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90" autoAdjust="0"/>
  </p:normalViewPr>
  <p:slideViewPr>
    <p:cSldViewPr snapToGrid="0">
      <p:cViewPr varScale="1">
        <p:scale>
          <a:sx n="81" d="100"/>
          <a:sy n="81" d="100"/>
        </p:scale>
        <p:origin x="754" y="53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hagabati Sharma" userId="c78c1a36bbad1b56" providerId="LiveId" clId="{88C146E3-1106-426C-AF66-47807B744E81}"/>
    <pc:docChg chg="undo custSel addSld delSld modSld modMainMaster">
      <pc:chgData name="Bhagabati Sharma" userId="c78c1a36bbad1b56" providerId="LiveId" clId="{88C146E3-1106-426C-AF66-47807B744E81}" dt="2026-05-19T16:39:50.915" v="779" actId="478"/>
      <pc:docMkLst>
        <pc:docMk/>
      </pc:docMkLst>
      <pc:sldChg chg="addSp delSp modSp mod modTransition modClrScheme chgLayout">
        <pc:chgData name="Bhagabati Sharma" userId="c78c1a36bbad1b56" providerId="LiveId" clId="{88C146E3-1106-426C-AF66-47807B744E81}" dt="2026-05-19T16:39:11.005" v="778" actId="255"/>
        <pc:sldMkLst>
          <pc:docMk/>
          <pc:sldMk cId="1864411841" sldId="256"/>
        </pc:sldMkLst>
        <pc:spChg chg="mod ord">
          <ac:chgData name="Bhagabati Sharma" userId="c78c1a36bbad1b56" providerId="LiveId" clId="{88C146E3-1106-426C-AF66-47807B744E81}" dt="2026-05-19T16:36:34.038" v="775" actId="20577"/>
          <ac:spMkLst>
            <pc:docMk/>
            <pc:sldMk cId="1864411841" sldId="256"/>
            <ac:spMk id="2" creationId="{E43D1464-A809-EB7D-A84E-71E8AAAAB309}"/>
          </ac:spMkLst>
        </pc:spChg>
        <pc:spChg chg="add del mod ord">
          <ac:chgData name="Bhagabati Sharma" userId="c78c1a36bbad1b56" providerId="LiveId" clId="{88C146E3-1106-426C-AF66-47807B744E81}" dt="2026-05-19T09:10:54.367" v="509" actId="700"/>
          <ac:spMkLst>
            <pc:docMk/>
            <pc:sldMk cId="1864411841" sldId="256"/>
            <ac:spMk id="3" creationId="{2DE78EA5-573E-3803-F75B-FAF323816E72}"/>
          </ac:spMkLst>
        </pc:spChg>
        <pc:spChg chg="del mod">
          <ac:chgData name="Bhagabati Sharma" userId="c78c1a36bbad1b56" providerId="LiveId" clId="{88C146E3-1106-426C-AF66-47807B744E81}" dt="2026-05-18T15:03:58.677" v="328" actId="478"/>
          <ac:spMkLst>
            <pc:docMk/>
            <pc:sldMk cId="1864411841" sldId="256"/>
            <ac:spMk id="3" creationId="{83E1B6AF-284C-8C05-EA60-F72D15D1EC6F}"/>
          </ac:spMkLst>
        </pc:spChg>
        <pc:spChg chg="add mod ord">
          <ac:chgData name="Bhagabati Sharma" userId="c78c1a36bbad1b56" providerId="LiveId" clId="{88C146E3-1106-426C-AF66-47807B744E81}" dt="2026-05-19T16:39:11.005" v="778" actId="255"/>
          <ac:spMkLst>
            <pc:docMk/>
            <pc:sldMk cId="1864411841" sldId="256"/>
            <ac:spMk id="4" creationId="{97EC48D4-34B2-689E-9C3C-733D5649562E}"/>
          </ac:spMkLst>
        </pc:spChg>
        <pc:spChg chg="add del mod">
          <ac:chgData name="Bhagabati Sharma" userId="c78c1a36bbad1b56" providerId="LiveId" clId="{88C146E3-1106-426C-AF66-47807B744E81}" dt="2026-05-19T09:20:08.023" v="610"/>
          <ac:spMkLst>
            <pc:docMk/>
            <pc:sldMk cId="1864411841" sldId="256"/>
            <ac:spMk id="5" creationId="{533B04B0-4CB2-CD07-7BFE-7197D1083F12}"/>
          </ac:spMkLst>
        </pc:spChg>
      </pc:sldChg>
      <pc:sldChg chg="addSp delSp modSp mod modTransition">
        <pc:chgData name="Bhagabati Sharma" userId="c78c1a36bbad1b56" providerId="LiveId" clId="{88C146E3-1106-426C-AF66-47807B744E81}" dt="2026-05-19T16:23:32.302" v="740" actId="1076"/>
        <pc:sldMkLst>
          <pc:docMk/>
          <pc:sldMk cId="3191393598" sldId="257"/>
        </pc:sldMkLst>
        <pc:spChg chg="mod">
          <ac:chgData name="Bhagabati Sharma" userId="c78c1a36bbad1b56" providerId="LiveId" clId="{88C146E3-1106-426C-AF66-47807B744E81}" dt="2026-05-19T09:05:39.408" v="472" actId="20577"/>
          <ac:spMkLst>
            <pc:docMk/>
            <pc:sldMk cId="3191393598" sldId="257"/>
            <ac:spMk id="2" creationId="{CAD68F93-C09F-4630-2866-7499A4985909}"/>
          </ac:spMkLst>
        </pc:spChg>
        <pc:spChg chg="mod">
          <ac:chgData name="Bhagabati Sharma" userId="c78c1a36bbad1b56" providerId="LiveId" clId="{88C146E3-1106-426C-AF66-47807B744E81}" dt="2026-05-19T16:23:32.302" v="740" actId="1076"/>
          <ac:spMkLst>
            <pc:docMk/>
            <pc:sldMk cId="3191393598" sldId="257"/>
            <ac:spMk id="3" creationId="{25228C6B-943E-F342-C2FE-E26BCFA79022}"/>
          </ac:spMkLst>
        </pc:spChg>
        <pc:spChg chg="add">
          <ac:chgData name="Bhagabati Sharma" userId="c78c1a36bbad1b56" providerId="LiveId" clId="{88C146E3-1106-426C-AF66-47807B744E81}" dt="2026-05-19T16:19:22.217" v="628"/>
          <ac:spMkLst>
            <pc:docMk/>
            <pc:sldMk cId="3191393598" sldId="257"/>
            <ac:spMk id="4" creationId="{4468DB00-2DC3-B006-868C-E5FA9A8A3BA8}"/>
          </ac:spMkLst>
        </pc:spChg>
        <pc:spChg chg="add mod">
          <ac:chgData name="Bhagabati Sharma" userId="c78c1a36bbad1b56" providerId="LiveId" clId="{88C146E3-1106-426C-AF66-47807B744E81}" dt="2026-05-19T16:19:25.294" v="630"/>
          <ac:spMkLst>
            <pc:docMk/>
            <pc:sldMk cId="3191393598" sldId="257"/>
            <ac:spMk id="5" creationId="{874AE80B-6E17-0410-F4A0-85BEE9648458}"/>
          </ac:spMkLst>
        </pc:spChg>
        <pc:spChg chg="add mod">
          <ac:chgData name="Bhagabati Sharma" userId="c78c1a36bbad1b56" providerId="LiveId" clId="{88C146E3-1106-426C-AF66-47807B744E81}" dt="2026-05-19T16:19:30.706" v="633"/>
          <ac:spMkLst>
            <pc:docMk/>
            <pc:sldMk cId="3191393598" sldId="257"/>
            <ac:spMk id="6" creationId="{608F6A1C-8526-783D-60D0-5E838061A040}"/>
          </ac:spMkLst>
        </pc:spChg>
        <pc:spChg chg="add del mod">
          <ac:chgData name="Bhagabati Sharma" userId="c78c1a36bbad1b56" providerId="LiveId" clId="{88C146E3-1106-426C-AF66-47807B744E81}" dt="2026-05-19T16:20:52.880" v="731" actId="478"/>
          <ac:spMkLst>
            <pc:docMk/>
            <pc:sldMk cId="3191393598" sldId="257"/>
            <ac:spMk id="7" creationId="{435FC9AF-E494-844A-7FD5-65899DD9B2EA}"/>
          </ac:spMkLst>
        </pc:spChg>
        <pc:spChg chg="add mod">
          <ac:chgData name="Bhagabati Sharma" userId="c78c1a36bbad1b56" providerId="LiveId" clId="{88C146E3-1106-426C-AF66-47807B744E81}" dt="2026-05-19T16:20:12.917" v="715"/>
          <ac:spMkLst>
            <pc:docMk/>
            <pc:sldMk cId="3191393598" sldId="257"/>
            <ac:spMk id="8" creationId="{B666D7D6-687F-F7DA-A84C-054600F1FD16}"/>
          </ac:spMkLst>
        </pc:spChg>
      </pc:sldChg>
      <pc:sldChg chg="modSp mod modTransition">
        <pc:chgData name="Bhagabati Sharma" userId="c78c1a36bbad1b56" providerId="LiveId" clId="{88C146E3-1106-426C-AF66-47807B744E81}" dt="2026-05-18T15:10:54.391" v="375"/>
        <pc:sldMkLst>
          <pc:docMk/>
          <pc:sldMk cId="492457765" sldId="258"/>
        </pc:sldMkLst>
        <pc:spChg chg="mod">
          <ac:chgData name="Bhagabati Sharma" userId="c78c1a36bbad1b56" providerId="LiveId" clId="{88C146E3-1106-426C-AF66-47807B744E81}" dt="2026-05-18T14:30:33.131" v="34" actId="1076"/>
          <ac:spMkLst>
            <pc:docMk/>
            <pc:sldMk cId="492457765" sldId="258"/>
            <ac:spMk id="4" creationId="{489ED316-06CC-E2CA-B3F2-DAF870A86A59}"/>
          </ac:spMkLst>
        </pc:spChg>
        <pc:graphicFrameChg chg="mod">
          <ac:chgData name="Bhagabati Sharma" userId="c78c1a36bbad1b56" providerId="LiveId" clId="{88C146E3-1106-426C-AF66-47807B744E81}" dt="2026-05-18T14:30:16.149" v="31" actId="14100"/>
          <ac:graphicFrameMkLst>
            <pc:docMk/>
            <pc:sldMk cId="492457765" sldId="258"/>
            <ac:graphicFrameMk id="5" creationId="{3FB3DE77-069D-4E68-9F49-024CA9F5B403}"/>
          </ac:graphicFrameMkLst>
        </pc:graphicFrameChg>
      </pc:sldChg>
      <pc:sldChg chg="addSp delSp modSp new mod modTransition">
        <pc:chgData name="Bhagabati Sharma" userId="c78c1a36bbad1b56" providerId="LiveId" clId="{88C146E3-1106-426C-AF66-47807B744E81}" dt="2026-05-18T15:15:48.331" v="381" actId="478"/>
        <pc:sldMkLst>
          <pc:docMk/>
          <pc:sldMk cId="3945699930" sldId="259"/>
        </pc:sldMkLst>
        <pc:spChg chg="mod">
          <ac:chgData name="Bhagabati Sharma" userId="c78c1a36bbad1b56" providerId="LiveId" clId="{88C146E3-1106-426C-AF66-47807B744E81}" dt="2026-05-18T15:03:09.119" v="321"/>
          <ac:spMkLst>
            <pc:docMk/>
            <pc:sldMk cId="3945699930" sldId="259"/>
            <ac:spMk id="2" creationId="{93C74188-C0A8-3936-F8D8-19514F212619}"/>
          </ac:spMkLst>
        </pc:spChg>
        <pc:spChg chg="del mod">
          <ac:chgData name="Bhagabati Sharma" userId="c78c1a36bbad1b56" providerId="LiveId" clId="{88C146E3-1106-426C-AF66-47807B744E81}" dt="2026-05-18T14:23:42.401" v="4"/>
          <ac:spMkLst>
            <pc:docMk/>
            <pc:sldMk cId="3945699930" sldId="259"/>
            <ac:spMk id="3" creationId="{D6CA220A-2E94-FB7E-E50D-4A0EDA2D60CC}"/>
          </ac:spMkLst>
        </pc:spChg>
        <pc:spChg chg="mod">
          <ac:chgData name="Bhagabati Sharma" userId="c78c1a36bbad1b56" providerId="LiveId" clId="{88C146E3-1106-426C-AF66-47807B744E81}" dt="2026-05-18T14:49:59.902" v="191" actId="1076"/>
          <ac:spMkLst>
            <pc:docMk/>
            <pc:sldMk cId="3945699930" sldId="259"/>
            <ac:spMk id="4" creationId="{10004916-9074-D119-9E79-2765B10EADC5}"/>
          </ac:spMkLst>
        </pc:spChg>
        <pc:spChg chg="add del mod">
          <ac:chgData name="Bhagabati Sharma" userId="c78c1a36bbad1b56" providerId="LiveId" clId="{88C146E3-1106-426C-AF66-47807B744E81}" dt="2026-05-18T15:15:48.331" v="381" actId="478"/>
          <ac:spMkLst>
            <pc:docMk/>
            <pc:sldMk cId="3945699930" sldId="259"/>
            <ac:spMk id="7" creationId="{59C5279A-27A2-FA0C-E846-3B5686850F8F}"/>
          </ac:spMkLst>
        </pc:spChg>
        <pc:graphicFrameChg chg="add mod">
          <ac:chgData name="Bhagabati Sharma" userId="c78c1a36bbad1b56" providerId="LiveId" clId="{88C146E3-1106-426C-AF66-47807B744E81}" dt="2026-05-18T15:15:39.397" v="380" actId="14100"/>
          <ac:graphicFrameMkLst>
            <pc:docMk/>
            <pc:sldMk cId="3945699930" sldId="259"/>
            <ac:graphicFrameMk id="3" creationId="{3815E53A-867F-490D-AFE5-587AAF9AC4FF}"/>
          </ac:graphicFrameMkLst>
        </pc:graphicFrameChg>
        <pc:graphicFrameChg chg="add del mod">
          <ac:chgData name="Bhagabati Sharma" userId="c78c1a36bbad1b56" providerId="LiveId" clId="{88C146E3-1106-426C-AF66-47807B744E81}" dt="2026-05-18T15:15:26.024" v="378" actId="478"/>
          <ac:graphicFrameMkLst>
            <pc:docMk/>
            <pc:sldMk cId="3945699930" sldId="259"/>
            <ac:graphicFrameMk id="5" creationId="{3815E53A-867F-490D-AFE5-587AAF9AC4FF}"/>
          </ac:graphicFrameMkLst>
        </pc:graphicFrameChg>
      </pc:sldChg>
      <pc:sldChg chg="addSp delSp modSp new mod modTransition">
        <pc:chgData name="Bhagabati Sharma" userId="c78c1a36bbad1b56" providerId="LiveId" clId="{88C146E3-1106-426C-AF66-47807B744E81}" dt="2026-05-18T15:10:54.391" v="375"/>
        <pc:sldMkLst>
          <pc:docMk/>
          <pc:sldMk cId="878166491" sldId="260"/>
        </pc:sldMkLst>
        <pc:spChg chg="mod">
          <ac:chgData name="Bhagabati Sharma" userId="c78c1a36bbad1b56" providerId="LiveId" clId="{88C146E3-1106-426C-AF66-47807B744E81}" dt="2026-05-18T15:03:09.119" v="321"/>
          <ac:spMkLst>
            <pc:docMk/>
            <pc:sldMk cId="878166491" sldId="260"/>
            <ac:spMk id="2" creationId="{77868D14-8E37-482C-D9EC-73F4C7962364}"/>
          </ac:spMkLst>
        </pc:spChg>
        <pc:spChg chg="del mod">
          <ac:chgData name="Bhagabati Sharma" userId="c78c1a36bbad1b56" providerId="LiveId" clId="{88C146E3-1106-426C-AF66-47807B744E81}" dt="2026-05-18T14:31:53.643" v="46"/>
          <ac:spMkLst>
            <pc:docMk/>
            <pc:sldMk cId="878166491" sldId="260"/>
            <ac:spMk id="3" creationId="{1721A02A-132D-472C-532D-14121D430A92}"/>
          </ac:spMkLst>
        </pc:spChg>
        <pc:spChg chg="mod">
          <ac:chgData name="Bhagabati Sharma" userId="c78c1a36bbad1b56" providerId="LiveId" clId="{88C146E3-1106-426C-AF66-47807B744E81}" dt="2026-05-18T14:37:11.196" v="68" actId="12"/>
          <ac:spMkLst>
            <pc:docMk/>
            <pc:sldMk cId="878166491" sldId="260"/>
            <ac:spMk id="4" creationId="{1424AB9E-6AFB-AC26-3D8A-0E58B414B693}"/>
          </ac:spMkLst>
        </pc:spChg>
        <pc:graphicFrameChg chg="add mod">
          <ac:chgData name="Bhagabati Sharma" userId="c78c1a36bbad1b56" providerId="LiveId" clId="{88C146E3-1106-426C-AF66-47807B744E81}" dt="2026-05-18T14:36:12.785" v="58" actId="14100"/>
          <ac:graphicFrameMkLst>
            <pc:docMk/>
            <pc:sldMk cId="878166491" sldId="260"/>
            <ac:graphicFrameMk id="5" creationId="{DBAA7E3C-5CC3-4EA6-940A-001E5D6DEF64}"/>
          </ac:graphicFrameMkLst>
        </pc:graphicFrameChg>
      </pc:sldChg>
      <pc:sldChg chg="addSp delSp modSp new mod modTransition">
        <pc:chgData name="Bhagabati Sharma" userId="c78c1a36bbad1b56" providerId="LiveId" clId="{88C146E3-1106-426C-AF66-47807B744E81}" dt="2026-05-18T15:10:54.391" v="375"/>
        <pc:sldMkLst>
          <pc:docMk/>
          <pc:sldMk cId="2942546261" sldId="261"/>
        </pc:sldMkLst>
        <pc:spChg chg="mod">
          <ac:chgData name="Bhagabati Sharma" userId="c78c1a36bbad1b56" providerId="LiveId" clId="{88C146E3-1106-426C-AF66-47807B744E81}" dt="2026-05-18T15:03:09.119" v="321"/>
          <ac:spMkLst>
            <pc:docMk/>
            <pc:sldMk cId="2942546261" sldId="261"/>
            <ac:spMk id="2" creationId="{0F3D3BFE-B74F-869F-126D-52F157937B4E}"/>
          </ac:spMkLst>
        </pc:spChg>
        <pc:spChg chg="del">
          <ac:chgData name="Bhagabati Sharma" userId="c78c1a36bbad1b56" providerId="LiveId" clId="{88C146E3-1106-426C-AF66-47807B744E81}" dt="2026-05-18T14:37:42.628" v="72"/>
          <ac:spMkLst>
            <pc:docMk/>
            <pc:sldMk cId="2942546261" sldId="261"/>
            <ac:spMk id="3" creationId="{90000C31-9C3E-E434-B5FF-A1A9B75B0B48}"/>
          </ac:spMkLst>
        </pc:spChg>
        <pc:spChg chg="mod">
          <ac:chgData name="Bhagabati Sharma" userId="c78c1a36bbad1b56" providerId="LiveId" clId="{88C146E3-1106-426C-AF66-47807B744E81}" dt="2026-05-18T14:42:27.388" v="100" actId="1076"/>
          <ac:spMkLst>
            <pc:docMk/>
            <pc:sldMk cId="2942546261" sldId="261"/>
            <ac:spMk id="4" creationId="{C578A07D-FAD3-7976-549D-CA625992379D}"/>
          </ac:spMkLst>
        </pc:spChg>
        <pc:graphicFrameChg chg="add mod">
          <ac:chgData name="Bhagabati Sharma" userId="c78c1a36bbad1b56" providerId="LiveId" clId="{88C146E3-1106-426C-AF66-47807B744E81}" dt="2026-05-18T14:37:52.966" v="75" actId="1076"/>
          <ac:graphicFrameMkLst>
            <pc:docMk/>
            <pc:sldMk cId="2942546261" sldId="261"/>
            <ac:graphicFrameMk id="5" creationId="{074BF433-D76F-460F-86BB-F347D0C00045}"/>
          </ac:graphicFrameMkLst>
        </pc:graphicFrameChg>
      </pc:sldChg>
      <pc:sldChg chg="addSp delSp modSp new mod modTransition">
        <pc:chgData name="Bhagabati Sharma" userId="c78c1a36bbad1b56" providerId="LiveId" clId="{88C146E3-1106-426C-AF66-47807B744E81}" dt="2026-05-18T15:10:54.391" v="375"/>
        <pc:sldMkLst>
          <pc:docMk/>
          <pc:sldMk cId="2162789373" sldId="262"/>
        </pc:sldMkLst>
        <pc:spChg chg="mod">
          <ac:chgData name="Bhagabati Sharma" userId="c78c1a36bbad1b56" providerId="LiveId" clId="{88C146E3-1106-426C-AF66-47807B744E81}" dt="2026-05-18T15:03:09.119" v="321"/>
          <ac:spMkLst>
            <pc:docMk/>
            <pc:sldMk cId="2162789373" sldId="262"/>
            <ac:spMk id="2" creationId="{03DCF89A-DCFF-09FB-051E-4CB2C136A654}"/>
          </ac:spMkLst>
        </pc:spChg>
        <pc:spChg chg="del mod">
          <ac:chgData name="Bhagabati Sharma" userId="c78c1a36bbad1b56" providerId="LiveId" clId="{88C146E3-1106-426C-AF66-47807B744E81}" dt="2026-05-18T14:52:58.082" v="231"/>
          <ac:spMkLst>
            <pc:docMk/>
            <pc:sldMk cId="2162789373" sldId="262"/>
            <ac:spMk id="3" creationId="{328DA7CA-AE23-E577-089C-4C6D52DEB8FE}"/>
          </ac:spMkLst>
        </pc:spChg>
        <pc:spChg chg="mod">
          <ac:chgData name="Bhagabati Sharma" userId="c78c1a36bbad1b56" providerId="LiveId" clId="{88C146E3-1106-426C-AF66-47807B744E81}" dt="2026-05-18T14:53:11.543" v="234" actId="1076"/>
          <ac:spMkLst>
            <pc:docMk/>
            <pc:sldMk cId="2162789373" sldId="262"/>
            <ac:spMk id="4" creationId="{1664B3DF-FDD4-8688-CDD0-D42A7C962B88}"/>
          </ac:spMkLst>
        </pc:spChg>
        <pc:graphicFrameChg chg="add mod">
          <ac:chgData name="Bhagabati Sharma" userId="c78c1a36bbad1b56" providerId="LiveId" clId="{88C146E3-1106-426C-AF66-47807B744E81}" dt="2026-05-18T14:53:14.233" v="235" actId="14100"/>
          <ac:graphicFrameMkLst>
            <pc:docMk/>
            <pc:sldMk cId="2162789373" sldId="262"/>
            <ac:graphicFrameMk id="5" creationId="{C81291B7-B33C-4505-911B-53FFCF597819}"/>
          </ac:graphicFrameMkLst>
        </pc:graphicFrameChg>
      </pc:sldChg>
      <pc:sldChg chg="new del">
        <pc:chgData name="Bhagabati Sharma" userId="c78c1a36bbad1b56" providerId="LiveId" clId="{88C146E3-1106-426C-AF66-47807B744E81}" dt="2026-05-18T14:54:27.942" v="238" actId="2696"/>
        <pc:sldMkLst>
          <pc:docMk/>
          <pc:sldMk cId="733699207" sldId="263"/>
        </pc:sldMkLst>
      </pc:sldChg>
      <pc:sldChg chg="addSp delSp modSp new mod modTransition modClrScheme chgLayout">
        <pc:chgData name="Bhagabati Sharma" userId="c78c1a36bbad1b56" providerId="LiveId" clId="{88C146E3-1106-426C-AF66-47807B744E81}" dt="2026-05-19T16:36:09.022" v="762" actId="1076"/>
        <pc:sldMkLst>
          <pc:docMk/>
          <pc:sldMk cId="3933057664" sldId="263"/>
        </pc:sldMkLst>
        <pc:spChg chg="mod ord">
          <ac:chgData name="Bhagabati Sharma" userId="c78c1a36bbad1b56" providerId="LiveId" clId="{88C146E3-1106-426C-AF66-47807B744E81}" dt="2026-05-19T16:33:33.616" v="749" actId="700"/>
          <ac:spMkLst>
            <pc:docMk/>
            <pc:sldMk cId="3933057664" sldId="263"/>
            <ac:spMk id="2" creationId="{57B605D2-4E08-20D6-C32B-157CFE1555B6}"/>
          </ac:spMkLst>
        </pc:spChg>
        <pc:spChg chg="add del mod ord">
          <ac:chgData name="Bhagabati Sharma" userId="c78c1a36bbad1b56" providerId="LiveId" clId="{88C146E3-1106-426C-AF66-47807B744E81}" dt="2026-05-19T16:33:23.706" v="748" actId="700"/>
          <ac:spMkLst>
            <pc:docMk/>
            <pc:sldMk cId="3933057664" sldId="263"/>
            <ac:spMk id="3" creationId="{949B95AE-11F2-6F97-93D0-EAC9345D227E}"/>
          </ac:spMkLst>
        </pc:spChg>
        <pc:spChg chg="add del mod">
          <ac:chgData name="Bhagabati Sharma" userId="c78c1a36bbad1b56" providerId="LiveId" clId="{88C146E3-1106-426C-AF66-47807B744E81}" dt="2026-05-19T16:35:58.694" v="761"/>
          <ac:spMkLst>
            <pc:docMk/>
            <pc:sldMk cId="3933057664" sldId="263"/>
            <ac:spMk id="4" creationId="{756F8906-E5D9-4541-D573-19BB99AB9E2B}"/>
          </ac:spMkLst>
        </pc:spChg>
        <pc:spChg chg="add del mod ord">
          <ac:chgData name="Bhagabati Sharma" userId="c78c1a36bbad1b56" providerId="LiveId" clId="{88C146E3-1106-426C-AF66-47807B744E81}" dt="2026-05-19T16:33:23.706" v="748" actId="700"/>
          <ac:spMkLst>
            <pc:docMk/>
            <pc:sldMk cId="3933057664" sldId="263"/>
            <ac:spMk id="5" creationId="{BA160074-B3BA-157C-0B23-7AEC258C8EF7}"/>
          </ac:spMkLst>
        </pc:spChg>
        <pc:spChg chg="add del mod ord">
          <ac:chgData name="Bhagabati Sharma" userId="c78c1a36bbad1b56" providerId="LiveId" clId="{88C146E3-1106-426C-AF66-47807B744E81}" dt="2026-05-19T16:33:23.706" v="748" actId="700"/>
          <ac:spMkLst>
            <pc:docMk/>
            <pc:sldMk cId="3933057664" sldId="263"/>
            <ac:spMk id="6" creationId="{23A956EA-5CBC-5353-2906-4DBB6D8E90E4}"/>
          </ac:spMkLst>
        </pc:spChg>
        <pc:spChg chg="add del mod ord">
          <ac:chgData name="Bhagabati Sharma" userId="c78c1a36bbad1b56" providerId="LiveId" clId="{88C146E3-1106-426C-AF66-47807B744E81}" dt="2026-05-19T16:33:23.706" v="748" actId="700"/>
          <ac:spMkLst>
            <pc:docMk/>
            <pc:sldMk cId="3933057664" sldId="263"/>
            <ac:spMk id="7" creationId="{95305149-ABFE-664E-81E3-3A112B3AF9B6}"/>
          </ac:spMkLst>
        </pc:spChg>
        <pc:spChg chg="add del mod ord">
          <ac:chgData name="Bhagabati Sharma" userId="c78c1a36bbad1b56" providerId="LiveId" clId="{88C146E3-1106-426C-AF66-47807B744E81}" dt="2026-05-19T16:35:24.977" v="754" actId="931"/>
          <ac:spMkLst>
            <pc:docMk/>
            <pc:sldMk cId="3933057664" sldId="263"/>
            <ac:spMk id="8" creationId="{0398AB18-365F-87E6-61E9-3D60E0EDF111}"/>
          </ac:spMkLst>
        </pc:spChg>
        <pc:spChg chg="add mod ord">
          <ac:chgData name="Bhagabati Sharma" userId="c78c1a36bbad1b56" providerId="LiveId" clId="{88C146E3-1106-426C-AF66-47807B744E81}" dt="2026-05-19T16:36:09.022" v="762" actId="1076"/>
          <ac:spMkLst>
            <pc:docMk/>
            <pc:sldMk cId="3933057664" sldId="263"/>
            <ac:spMk id="9" creationId="{9FC4B7B0-AB93-713E-C77D-5C33C7C2221E}"/>
          </ac:spMkLst>
        </pc:spChg>
        <pc:picChg chg="add mod">
          <ac:chgData name="Bhagabati Sharma" userId="c78c1a36bbad1b56" providerId="LiveId" clId="{88C146E3-1106-426C-AF66-47807B744E81}" dt="2026-05-19T16:35:52.470" v="759" actId="14100"/>
          <ac:picMkLst>
            <pc:docMk/>
            <pc:sldMk cId="3933057664" sldId="263"/>
            <ac:picMk id="11" creationId="{7D3B6AEB-507E-8155-055A-52EE64D53076}"/>
          </ac:picMkLst>
        </pc:picChg>
      </pc:sldChg>
      <pc:sldChg chg="delSp modSp new mod">
        <pc:chgData name="Bhagabati Sharma" userId="c78c1a36bbad1b56" providerId="LiveId" clId="{88C146E3-1106-426C-AF66-47807B744E81}" dt="2026-05-19T16:39:50.915" v="779" actId="478"/>
        <pc:sldMkLst>
          <pc:docMk/>
          <pc:sldMk cId="3406955858" sldId="264"/>
        </pc:sldMkLst>
        <pc:spChg chg="mod">
          <ac:chgData name="Bhagabati Sharma" userId="c78c1a36bbad1b56" providerId="LiveId" clId="{88C146E3-1106-426C-AF66-47807B744E81}" dt="2026-05-19T08:57:59.094" v="461" actId="20577"/>
          <ac:spMkLst>
            <pc:docMk/>
            <pc:sldMk cId="3406955858" sldId="264"/>
            <ac:spMk id="2" creationId="{3BCC18AB-698A-248F-0459-D7614E9D0E8C}"/>
          </ac:spMkLst>
        </pc:spChg>
        <pc:spChg chg="del">
          <ac:chgData name="Bhagabati Sharma" userId="c78c1a36bbad1b56" providerId="LiveId" clId="{88C146E3-1106-426C-AF66-47807B744E81}" dt="2026-05-19T16:39:50.915" v="779" actId="478"/>
          <ac:spMkLst>
            <pc:docMk/>
            <pc:sldMk cId="3406955858" sldId="264"/>
            <ac:spMk id="3" creationId="{56102C5F-8EAB-0AFD-308B-885C741F7CA3}"/>
          </ac:spMkLst>
        </pc:spChg>
      </pc:sldChg>
      <pc:sldChg chg="new del">
        <pc:chgData name="Bhagabati Sharma" userId="c78c1a36bbad1b56" providerId="LiveId" clId="{88C146E3-1106-426C-AF66-47807B744E81}" dt="2026-05-19T16:32:24.659" v="742" actId="680"/>
        <pc:sldMkLst>
          <pc:docMk/>
          <pc:sldMk cId="1178626055" sldId="265"/>
        </pc:sldMkLst>
      </pc:sldChg>
      <pc:sldChg chg="new del">
        <pc:chgData name="Bhagabati Sharma" userId="c78c1a36bbad1b56" providerId="LiveId" clId="{88C146E3-1106-426C-AF66-47807B744E81}" dt="2026-05-19T16:32:43.057" v="746" actId="2696"/>
        <pc:sldMkLst>
          <pc:docMk/>
          <pc:sldMk cId="3200181705" sldId="265"/>
        </pc:sldMkLst>
      </pc:sldChg>
      <pc:sldChg chg="new del">
        <pc:chgData name="Bhagabati Sharma" userId="c78c1a36bbad1b56" providerId="LiveId" clId="{88C146E3-1106-426C-AF66-47807B744E81}" dt="2026-05-19T16:32:38.109" v="745" actId="2696"/>
        <pc:sldMkLst>
          <pc:docMk/>
          <pc:sldMk cId="1022971214" sldId="266"/>
        </pc:sldMkLst>
      </pc:sldChg>
      <pc:sldMasterChg chg="modTransition modSldLayout">
        <pc:chgData name="Bhagabati Sharma" userId="c78c1a36bbad1b56" providerId="LiveId" clId="{88C146E3-1106-426C-AF66-47807B744E81}" dt="2026-05-18T15:10:54.391" v="375"/>
        <pc:sldMasterMkLst>
          <pc:docMk/>
          <pc:sldMasterMk cId="2474147209" sldId="2147483660"/>
        </pc:sldMasterMkLst>
        <pc:sldLayoutChg chg="modTransition">
          <pc:chgData name="Bhagabati Sharma" userId="c78c1a36bbad1b56" providerId="LiveId" clId="{88C146E3-1106-426C-AF66-47807B744E81}" dt="2026-05-18T15:10:54.391" v="375"/>
          <pc:sldLayoutMkLst>
            <pc:docMk/>
            <pc:sldMasterMk cId="2474147209" sldId="2147483660"/>
            <pc:sldLayoutMk cId="1270364849" sldId="2147483661"/>
          </pc:sldLayoutMkLst>
        </pc:sldLayoutChg>
        <pc:sldLayoutChg chg="modTransition">
          <pc:chgData name="Bhagabati Sharma" userId="c78c1a36bbad1b56" providerId="LiveId" clId="{88C146E3-1106-426C-AF66-47807B744E81}" dt="2026-05-18T15:10:54.391" v="375"/>
          <pc:sldLayoutMkLst>
            <pc:docMk/>
            <pc:sldMasterMk cId="2474147209" sldId="2147483660"/>
            <pc:sldLayoutMk cId="1721596071" sldId="2147483662"/>
          </pc:sldLayoutMkLst>
        </pc:sldLayoutChg>
        <pc:sldLayoutChg chg="modTransition">
          <pc:chgData name="Bhagabati Sharma" userId="c78c1a36bbad1b56" providerId="LiveId" clId="{88C146E3-1106-426C-AF66-47807B744E81}" dt="2026-05-18T15:10:54.391" v="375"/>
          <pc:sldLayoutMkLst>
            <pc:docMk/>
            <pc:sldMasterMk cId="2474147209" sldId="2147483660"/>
            <pc:sldLayoutMk cId="1613926364" sldId="2147483663"/>
          </pc:sldLayoutMkLst>
        </pc:sldLayoutChg>
        <pc:sldLayoutChg chg="modTransition">
          <pc:chgData name="Bhagabati Sharma" userId="c78c1a36bbad1b56" providerId="LiveId" clId="{88C146E3-1106-426C-AF66-47807B744E81}" dt="2026-05-18T15:10:54.391" v="375"/>
          <pc:sldLayoutMkLst>
            <pc:docMk/>
            <pc:sldMasterMk cId="2474147209" sldId="2147483660"/>
            <pc:sldLayoutMk cId="4211792600" sldId="2147483664"/>
          </pc:sldLayoutMkLst>
        </pc:sldLayoutChg>
        <pc:sldLayoutChg chg="modTransition">
          <pc:chgData name="Bhagabati Sharma" userId="c78c1a36bbad1b56" providerId="LiveId" clId="{88C146E3-1106-426C-AF66-47807B744E81}" dt="2026-05-18T15:10:54.391" v="375"/>
          <pc:sldLayoutMkLst>
            <pc:docMk/>
            <pc:sldMasterMk cId="2474147209" sldId="2147483660"/>
            <pc:sldLayoutMk cId="3302573328" sldId="2147483665"/>
          </pc:sldLayoutMkLst>
        </pc:sldLayoutChg>
        <pc:sldLayoutChg chg="modTransition">
          <pc:chgData name="Bhagabati Sharma" userId="c78c1a36bbad1b56" providerId="LiveId" clId="{88C146E3-1106-426C-AF66-47807B744E81}" dt="2026-05-18T15:10:54.391" v="375"/>
          <pc:sldLayoutMkLst>
            <pc:docMk/>
            <pc:sldMasterMk cId="2474147209" sldId="2147483660"/>
            <pc:sldLayoutMk cId="871139706" sldId="2147483666"/>
          </pc:sldLayoutMkLst>
        </pc:sldLayoutChg>
        <pc:sldLayoutChg chg="modTransition">
          <pc:chgData name="Bhagabati Sharma" userId="c78c1a36bbad1b56" providerId="LiveId" clId="{88C146E3-1106-426C-AF66-47807B744E81}" dt="2026-05-18T15:10:54.391" v="375"/>
          <pc:sldLayoutMkLst>
            <pc:docMk/>
            <pc:sldMasterMk cId="2474147209" sldId="2147483660"/>
            <pc:sldLayoutMk cId="3087490180" sldId="2147483667"/>
          </pc:sldLayoutMkLst>
        </pc:sldLayoutChg>
        <pc:sldLayoutChg chg="modTransition">
          <pc:chgData name="Bhagabati Sharma" userId="c78c1a36bbad1b56" providerId="LiveId" clId="{88C146E3-1106-426C-AF66-47807B744E81}" dt="2026-05-18T15:10:54.391" v="375"/>
          <pc:sldLayoutMkLst>
            <pc:docMk/>
            <pc:sldMasterMk cId="2474147209" sldId="2147483660"/>
            <pc:sldLayoutMk cId="2543850748" sldId="2147483668"/>
          </pc:sldLayoutMkLst>
        </pc:sldLayoutChg>
        <pc:sldLayoutChg chg="modTransition">
          <pc:chgData name="Bhagabati Sharma" userId="c78c1a36bbad1b56" providerId="LiveId" clId="{88C146E3-1106-426C-AF66-47807B744E81}" dt="2026-05-18T15:10:54.391" v="375"/>
          <pc:sldLayoutMkLst>
            <pc:docMk/>
            <pc:sldMasterMk cId="2474147209" sldId="2147483660"/>
            <pc:sldLayoutMk cId="2235776357" sldId="2147483669"/>
          </pc:sldLayoutMkLst>
        </pc:sldLayoutChg>
        <pc:sldLayoutChg chg="modTransition">
          <pc:chgData name="Bhagabati Sharma" userId="c78c1a36bbad1b56" providerId="LiveId" clId="{88C146E3-1106-426C-AF66-47807B744E81}" dt="2026-05-18T15:10:54.391" v="375"/>
          <pc:sldLayoutMkLst>
            <pc:docMk/>
            <pc:sldMasterMk cId="2474147209" sldId="2147483660"/>
            <pc:sldLayoutMk cId="826894723" sldId="2147483670"/>
          </pc:sldLayoutMkLst>
        </pc:sldLayoutChg>
        <pc:sldLayoutChg chg="modTransition">
          <pc:chgData name="Bhagabati Sharma" userId="c78c1a36bbad1b56" providerId="LiveId" clId="{88C146E3-1106-426C-AF66-47807B744E81}" dt="2026-05-18T15:10:54.391" v="375"/>
          <pc:sldLayoutMkLst>
            <pc:docMk/>
            <pc:sldMasterMk cId="2474147209" sldId="2147483660"/>
            <pc:sldLayoutMk cId="4066913067" sldId="2147483671"/>
          </pc:sldLayoutMkLst>
        </pc:sldLayoutChg>
        <pc:sldLayoutChg chg="modTransition">
          <pc:chgData name="Bhagabati Sharma" userId="c78c1a36bbad1b56" providerId="LiveId" clId="{88C146E3-1106-426C-AF66-47807B744E81}" dt="2026-05-18T15:10:54.391" v="375"/>
          <pc:sldLayoutMkLst>
            <pc:docMk/>
            <pc:sldMasterMk cId="2474147209" sldId="2147483660"/>
            <pc:sldLayoutMk cId="1102226438" sldId="2147483672"/>
          </pc:sldLayoutMkLst>
        </pc:sldLayoutChg>
        <pc:sldLayoutChg chg="modTransition">
          <pc:chgData name="Bhagabati Sharma" userId="c78c1a36bbad1b56" providerId="LiveId" clId="{88C146E3-1106-426C-AF66-47807B744E81}" dt="2026-05-18T15:10:54.391" v="375"/>
          <pc:sldLayoutMkLst>
            <pc:docMk/>
            <pc:sldMasterMk cId="2474147209" sldId="2147483660"/>
            <pc:sldLayoutMk cId="3154740579" sldId="2147483673"/>
          </pc:sldLayoutMkLst>
        </pc:sldLayoutChg>
        <pc:sldLayoutChg chg="modTransition">
          <pc:chgData name="Bhagabati Sharma" userId="c78c1a36bbad1b56" providerId="LiveId" clId="{88C146E3-1106-426C-AF66-47807B744E81}" dt="2026-05-18T15:10:54.391" v="375"/>
          <pc:sldLayoutMkLst>
            <pc:docMk/>
            <pc:sldMasterMk cId="2474147209" sldId="2147483660"/>
            <pc:sldLayoutMk cId="1585132950" sldId="2147483674"/>
          </pc:sldLayoutMkLst>
        </pc:sldLayoutChg>
        <pc:sldLayoutChg chg="modTransition">
          <pc:chgData name="Bhagabati Sharma" userId="c78c1a36bbad1b56" providerId="LiveId" clId="{88C146E3-1106-426C-AF66-47807B744E81}" dt="2026-05-18T15:10:54.391" v="375"/>
          <pc:sldLayoutMkLst>
            <pc:docMk/>
            <pc:sldMasterMk cId="2474147209" sldId="2147483660"/>
            <pc:sldLayoutMk cId="3525794112" sldId="2147483675"/>
          </pc:sldLayoutMkLst>
        </pc:sldLayoutChg>
        <pc:sldLayoutChg chg="modTransition">
          <pc:chgData name="Bhagabati Sharma" userId="c78c1a36bbad1b56" providerId="LiveId" clId="{88C146E3-1106-426C-AF66-47807B744E81}" dt="2026-05-18T15:10:54.391" v="375"/>
          <pc:sldLayoutMkLst>
            <pc:docMk/>
            <pc:sldMasterMk cId="2474147209" sldId="2147483660"/>
            <pc:sldLayoutMk cId="2034150290" sldId="2147483676"/>
          </pc:sldLayoutMkLst>
        </pc:sldLayoutChg>
        <pc:sldLayoutChg chg="modTransition">
          <pc:chgData name="Bhagabati Sharma" userId="c78c1a36bbad1b56" providerId="LiveId" clId="{88C146E3-1106-426C-AF66-47807B744E81}" dt="2026-05-18T15:10:54.391" v="375"/>
          <pc:sldLayoutMkLst>
            <pc:docMk/>
            <pc:sldMasterMk cId="2474147209" sldId="2147483660"/>
            <pc:sldLayoutMk cId="1319751627" sldId="2147483677"/>
          </pc:sldLayoutMkLst>
        </pc:sldLayoutChg>
      </pc:sldMaster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https://d.docs.live.net/c78c1a36bbad1b56/Desktop/FinalDashboard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https://d.docs.live.net/c78c1a36bbad1b56/Desktop/FinalDashboard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https://d.docs.live.net/c78c1a36bbad1b56/Desktop/FinalDashboard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https://d.docs.live.net/c78c1a36bbad1b56/Desktop/FinalDashboard.xlsx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oleObject" Target="https://d.docs.live.net/c78c1a36bbad1b56/Desktop/FinalDashboard.xlsx" TargetMode="External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[FinalDashboard.xlsx]Pivot!PivotTable4</c:name>
    <c:fmtId val="15"/>
  </c:pivotSource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1" i="0" u="none" strike="noStrike" kern="1200" spc="100" baseline="0">
                <a:solidFill>
                  <a:schemeClr val="lt1">
                    <a:lumMod val="95000"/>
                  </a:schemeClr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+mn-lt"/>
                <a:ea typeface="+mn-ea"/>
                <a:cs typeface="+mn-cs"/>
              </a:defRPr>
            </a:pPr>
            <a:r>
              <a:rPr lang="en-IN"/>
              <a:t>Sales</a:t>
            </a:r>
            <a:r>
              <a:rPr lang="en-IN" baseline="0"/>
              <a:t> By Temperature</a:t>
            </a:r>
            <a:endParaRPr lang="en-IN"/>
          </a:p>
        </c:rich>
      </c:tx>
      <c:layout>
        <c:manualLayout>
          <c:xMode val="edge"/>
          <c:yMode val="edge"/>
          <c:x val="0.31608054807102598"/>
          <c:y val="8.5034013605442185E-3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1" i="0" u="none" strike="noStrike" kern="1200" spc="100" baseline="0">
              <a:solidFill>
                <a:schemeClr val="lt1">
                  <a:lumMod val="95000"/>
                </a:schemeClr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  <a:latin typeface="+mn-lt"/>
              <a:ea typeface="+mn-ea"/>
              <a:cs typeface="+mn-cs"/>
            </a:defRPr>
          </a:pPr>
          <a:endParaRPr lang="en-IN"/>
        </a:p>
      </c:txPr>
    </c:title>
    <c:autoTitleDeleted val="0"/>
    <c:pivotFmts>
      <c:pivotFmt>
        <c:idx val="0"/>
        <c:spPr>
          <a:gradFill rotWithShape="1">
            <a:gsLst>
              <a:gs pos="0">
                <a:schemeClr val="accent1">
                  <a:satMod val="103000"/>
                  <a:lumMod val="102000"/>
                  <a:tint val="94000"/>
                </a:schemeClr>
              </a:gs>
              <a:gs pos="50000">
                <a:schemeClr val="accent1">
                  <a:satMod val="110000"/>
                  <a:lumMod val="100000"/>
                  <a:shade val="100000"/>
                </a:schemeClr>
              </a:gs>
              <a:gs pos="100000">
                <a:schemeClr val="accent1">
                  <a:lumMod val="99000"/>
                  <a:satMod val="120000"/>
                  <a:shade val="78000"/>
                </a:scheme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c:spPr>
        <c:marker>
          <c:symbol val="circle"/>
          <c:size val="6"/>
          <c:spPr>
            <a:gradFill rotWithShape="1">
              <a:gsLst>
                <a:gs pos="0">
                  <a:schemeClr val="accent1">
                    <a:satMod val="103000"/>
                    <a:lumMod val="102000"/>
                    <a:tint val="94000"/>
                  </a:schemeClr>
                </a:gs>
                <a:gs pos="50000">
                  <a:schemeClr val="accent1">
                    <a:satMod val="110000"/>
                    <a:lumMod val="100000"/>
                    <a:shade val="100000"/>
                  </a:schemeClr>
                </a:gs>
                <a:gs pos="100000">
                  <a:schemeClr val="accent1">
                    <a:lumMod val="99000"/>
                    <a:satMod val="120000"/>
                    <a:shade val="78000"/>
                  </a:schemeClr>
                </a:gs>
              </a:gsLst>
              <a:lin ang="5400000" scaled="0"/>
            </a:gradFill>
            <a:ln w="9525">
              <a:solidFill>
                <a:schemeClr val="accent1"/>
              </a:solidFill>
              <a:round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</c:spPr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lt1">
                      <a:lumMod val="8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gradFill rotWithShape="1">
            <a:gsLst>
              <a:gs pos="0">
                <a:schemeClr val="accent1">
                  <a:satMod val="103000"/>
                  <a:lumMod val="102000"/>
                  <a:tint val="94000"/>
                </a:schemeClr>
              </a:gs>
              <a:gs pos="50000">
                <a:schemeClr val="accent1">
                  <a:satMod val="110000"/>
                  <a:lumMod val="100000"/>
                  <a:shade val="100000"/>
                </a:schemeClr>
              </a:gs>
              <a:gs pos="100000">
                <a:schemeClr val="accent1">
                  <a:lumMod val="99000"/>
                  <a:satMod val="120000"/>
                  <a:shade val="78000"/>
                </a:scheme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c:spPr>
        <c:marker>
          <c:symbol val="circle"/>
          <c:size val="6"/>
          <c:spPr>
            <a:gradFill rotWithShape="1">
              <a:gsLst>
                <a:gs pos="0">
                  <a:schemeClr val="accent2">
                    <a:satMod val="103000"/>
                    <a:lumMod val="102000"/>
                    <a:tint val="94000"/>
                  </a:schemeClr>
                </a:gs>
                <a:gs pos="50000">
                  <a:schemeClr val="accent2">
                    <a:satMod val="110000"/>
                    <a:lumMod val="100000"/>
                    <a:shade val="100000"/>
                  </a:schemeClr>
                </a:gs>
                <a:gs pos="100000">
                  <a:schemeClr val="accent2">
                    <a:lumMod val="99000"/>
                    <a:satMod val="120000"/>
                    <a:shade val="78000"/>
                  </a:schemeClr>
                </a:gs>
              </a:gsLst>
              <a:lin ang="5400000" scaled="0"/>
            </a:gradFill>
            <a:ln w="9525">
              <a:solidFill>
                <a:schemeClr val="accent2"/>
              </a:solidFill>
              <a:round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</c:spPr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lt1">
                      <a:lumMod val="8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gradFill rotWithShape="1">
            <a:gsLst>
              <a:gs pos="0">
                <a:schemeClr val="accent1">
                  <a:satMod val="103000"/>
                  <a:lumMod val="102000"/>
                  <a:tint val="94000"/>
                </a:schemeClr>
              </a:gs>
              <a:gs pos="50000">
                <a:schemeClr val="accent1">
                  <a:satMod val="110000"/>
                  <a:lumMod val="100000"/>
                  <a:shade val="100000"/>
                </a:schemeClr>
              </a:gs>
              <a:gs pos="100000">
                <a:schemeClr val="accent1">
                  <a:lumMod val="99000"/>
                  <a:satMod val="120000"/>
                  <a:shade val="78000"/>
                </a:scheme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lt1">
                      <a:lumMod val="8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"/>
        <c:spPr>
          <a:gradFill rotWithShape="1">
            <a:gsLst>
              <a:gs pos="0">
                <a:schemeClr val="accent1">
                  <a:satMod val="103000"/>
                  <a:lumMod val="102000"/>
                  <a:tint val="94000"/>
                </a:schemeClr>
              </a:gs>
              <a:gs pos="50000">
                <a:schemeClr val="accent1">
                  <a:satMod val="110000"/>
                  <a:lumMod val="100000"/>
                  <a:shade val="100000"/>
                </a:schemeClr>
              </a:gs>
              <a:gs pos="100000">
                <a:schemeClr val="accent1">
                  <a:lumMod val="99000"/>
                  <a:satMod val="120000"/>
                  <a:shade val="78000"/>
                </a:scheme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lt1">
                      <a:lumMod val="8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"/>
        <c:spPr>
          <a:gradFill rotWithShape="1">
            <a:gsLst>
              <a:gs pos="0">
                <a:schemeClr val="accent1">
                  <a:satMod val="103000"/>
                  <a:lumMod val="102000"/>
                  <a:tint val="94000"/>
                </a:schemeClr>
              </a:gs>
              <a:gs pos="50000">
                <a:schemeClr val="accent1">
                  <a:satMod val="110000"/>
                  <a:lumMod val="100000"/>
                  <a:shade val="100000"/>
                </a:schemeClr>
              </a:gs>
              <a:gs pos="100000">
                <a:schemeClr val="accent1">
                  <a:lumMod val="99000"/>
                  <a:satMod val="120000"/>
                  <a:shade val="78000"/>
                </a:scheme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lt1">
                      <a:lumMod val="8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"/>
        <c:spPr>
          <a:gradFill rotWithShape="1">
            <a:gsLst>
              <a:gs pos="0">
                <a:schemeClr val="accent1">
                  <a:satMod val="103000"/>
                  <a:lumMod val="102000"/>
                  <a:tint val="94000"/>
                </a:schemeClr>
              </a:gs>
              <a:gs pos="50000">
                <a:schemeClr val="accent1">
                  <a:satMod val="110000"/>
                  <a:lumMod val="100000"/>
                  <a:shade val="100000"/>
                </a:schemeClr>
              </a:gs>
              <a:gs pos="100000">
                <a:schemeClr val="accent1">
                  <a:lumMod val="99000"/>
                  <a:satMod val="120000"/>
                  <a:shade val="78000"/>
                </a:scheme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lt1">
                      <a:lumMod val="8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6"/>
        <c:spPr>
          <a:gradFill rotWithShape="1">
            <a:gsLst>
              <a:gs pos="0">
                <a:schemeClr val="accent1">
                  <a:satMod val="103000"/>
                  <a:lumMod val="102000"/>
                  <a:tint val="94000"/>
                </a:schemeClr>
              </a:gs>
              <a:gs pos="50000">
                <a:schemeClr val="accent1">
                  <a:satMod val="110000"/>
                  <a:lumMod val="100000"/>
                  <a:shade val="100000"/>
                </a:schemeClr>
              </a:gs>
              <a:gs pos="100000">
                <a:schemeClr val="accent1">
                  <a:lumMod val="99000"/>
                  <a:satMod val="120000"/>
                  <a:shade val="78000"/>
                </a:scheme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lt1">
                      <a:lumMod val="8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7"/>
        <c:spPr>
          <a:gradFill rotWithShape="1">
            <a:gsLst>
              <a:gs pos="0">
                <a:schemeClr val="accent1">
                  <a:satMod val="103000"/>
                  <a:lumMod val="102000"/>
                  <a:tint val="94000"/>
                </a:schemeClr>
              </a:gs>
              <a:gs pos="50000">
                <a:schemeClr val="accent1">
                  <a:satMod val="110000"/>
                  <a:lumMod val="100000"/>
                  <a:shade val="100000"/>
                </a:schemeClr>
              </a:gs>
              <a:gs pos="100000">
                <a:schemeClr val="accent1">
                  <a:lumMod val="99000"/>
                  <a:satMod val="120000"/>
                  <a:shade val="78000"/>
                </a:scheme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lt1">
                      <a:lumMod val="8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8"/>
        <c:spPr>
          <a:gradFill rotWithShape="1">
            <a:gsLst>
              <a:gs pos="0">
                <a:schemeClr val="accent1">
                  <a:satMod val="103000"/>
                  <a:lumMod val="102000"/>
                  <a:tint val="94000"/>
                </a:schemeClr>
              </a:gs>
              <a:gs pos="50000">
                <a:schemeClr val="accent1">
                  <a:satMod val="110000"/>
                  <a:lumMod val="100000"/>
                  <a:shade val="100000"/>
                </a:schemeClr>
              </a:gs>
              <a:gs pos="100000">
                <a:schemeClr val="accent1">
                  <a:lumMod val="99000"/>
                  <a:satMod val="120000"/>
                  <a:shade val="78000"/>
                </a:scheme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lt1">
                      <a:lumMod val="8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9"/>
        <c:spPr>
          <a:gradFill rotWithShape="1">
            <a:gsLst>
              <a:gs pos="0">
                <a:schemeClr val="accent1">
                  <a:satMod val="103000"/>
                  <a:lumMod val="102000"/>
                  <a:tint val="94000"/>
                </a:schemeClr>
              </a:gs>
              <a:gs pos="50000">
                <a:schemeClr val="accent1">
                  <a:satMod val="110000"/>
                  <a:lumMod val="100000"/>
                  <a:shade val="100000"/>
                </a:schemeClr>
              </a:gs>
              <a:gs pos="100000">
                <a:schemeClr val="accent1">
                  <a:lumMod val="99000"/>
                  <a:satMod val="120000"/>
                  <a:shade val="78000"/>
                </a:scheme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lt1">
                      <a:lumMod val="8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0"/>
        <c:spPr>
          <a:gradFill rotWithShape="1">
            <a:gsLst>
              <a:gs pos="0">
                <a:schemeClr val="accent1">
                  <a:satMod val="103000"/>
                  <a:lumMod val="102000"/>
                  <a:tint val="94000"/>
                </a:schemeClr>
              </a:gs>
              <a:gs pos="50000">
                <a:schemeClr val="accent1">
                  <a:satMod val="110000"/>
                  <a:lumMod val="100000"/>
                  <a:shade val="100000"/>
                </a:schemeClr>
              </a:gs>
              <a:gs pos="100000">
                <a:schemeClr val="accent1">
                  <a:lumMod val="99000"/>
                  <a:satMod val="120000"/>
                  <a:shade val="78000"/>
                </a:scheme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lt1">
                      <a:lumMod val="8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1"/>
        <c:spPr>
          <a:gradFill rotWithShape="1">
            <a:gsLst>
              <a:gs pos="0">
                <a:schemeClr val="accent1">
                  <a:satMod val="103000"/>
                  <a:lumMod val="102000"/>
                  <a:tint val="94000"/>
                </a:schemeClr>
              </a:gs>
              <a:gs pos="50000">
                <a:schemeClr val="accent1">
                  <a:satMod val="110000"/>
                  <a:lumMod val="100000"/>
                  <a:shade val="100000"/>
                </a:schemeClr>
              </a:gs>
              <a:gs pos="100000">
                <a:schemeClr val="accent1">
                  <a:lumMod val="99000"/>
                  <a:satMod val="120000"/>
                  <a:shade val="78000"/>
                </a:scheme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lt1">
                      <a:lumMod val="8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2"/>
        <c:spPr>
          <a:gradFill rotWithShape="1">
            <a:gsLst>
              <a:gs pos="0">
                <a:schemeClr val="accent1">
                  <a:satMod val="103000"/>
                  <a:lumMod val="102000"/>
                  <a:tint val="94000"/>
                </a:schemeClr>
              </a:gs>
              <a:gs pos="50000">
                <a:schemeClr val="accent1">
                  <a:satMod val="110000"/>
                  <a:lumMod val="100000"/>
                  <a:shade val="100000"/>
                </a:schemeClr>
              </a:gs>
              <a:gs pos="100000">
                <a:schemeClr val="accent1">
                  <a:lumMod val="99000"/>
                  <a:satMod val="120000"/>
                  <a:shade val="78000"/>
                </a:scheme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lt1">
                      <a:lumMod val="8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3"/>
        <c:spPr>
          <a:gradFill rotWithShape="1">
            <a:gsLst>
              <a:gs pos="0">
                <a:schemeClr val="accent1">
                  <a:satMod val="103000"/>
                  <a:lumMod val="102000"/>
                  <a:tint val="94000"/>
                </a:schemeClr>
              </a:gs>
              <a:gs pos="50000">
                <a:schemeClr val="accent1">
                  <a:satMod val="110000"/>
                  <a:lumMod val="100000"/>
                  <a:shade val="100000"/>
                </a:schemeClr>
              </a:gs>
              <a:gs pos="100000">
                <a:schemeClr val="accent1">
                  <a:lumMod val="99000"/>
                  <a:satMod val="120000"/>
                  <a:shade val="78000"/>
                </a:scheme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lt1">
                      <a:lumMod val="8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>
        <c:manualLayout>
          <c:layoutTarget val="inner"/>
          <c:xMode val="edge"/>
          <c:yMode val="edge"/>
          <c:x val="8.3479915887707021E-2"/>
          <c:y val="5.1210428305400374E-2"/>
          <c:w val="0.89283313923507901"/>
          <c:h val="0.8168104933852965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Pivot!$J$7</c:f>
              <c:strCache>
                <c:ptCount val="1"/>
                <c:pt idx="0">
                  <c:v> Casual</c:v>
                </c:pt>
              </c:strCache>
            </c:strRef>
          </c:tx>
          <c:spPr>
            <a:gradFill rotWithShape="1">
              <a:gsLst>
                <a:gs pos="0">
                  <a:schemeClr val="accent1">
                    <a:satMod val="103000"/>
                    <a:lumMod val="102000"/>
                    <a:tint val="94000"/>
                  </a:schemeClr>
                </a:gs>
                <a:gs pos="50000">
                  <a:schemeClr val="accent1">
                    <a:satMod val="110000"/>
                    <a:lumMod val="100000"/>
                    <a:shade val="100000"/>
                  </a:schemeClr>
                </a:gs>
                <a:gs pos="100000">
                  <a:schemeClr val="accent1">
                    <a:lumMod val="99000"/>
                    <a:satMod val="120000"/>
                    <a:shade val="78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</c:spPr>
          <c:invertIfNegative val="0"/>
          <c:cat>
            <c:strRef>
              <c:f>Pivot!$I$8:$I$31</c:f>
              <c:strCache>
                <c:ptCount val="23"/>
                <c:pt idx="0">
                  <c:v>0.02</c:v>
                </c:pt>
                <c:pt idx="1">
                  <c:v>0.04</c:v>
                </c:pt>
                <c:pt idx="2">
                  <c:v>0.06</c:v>
                </c:pt>
                <c:pt idx="3">
                  <c:v>0.08</c:v>
                </c:pt>
                <c:pt idx="4">
                  <c:v>0.10</c:v>
                </c:pt>
                <c:pt idx="5">
                  <c:v>0.12</c:v>
                </c:pt>
                <c:pt idx="6">
                  <c:v>0.14</c:v>
                </c:pt>
                <c:pt idx="7">
                  <c:v>0.16</c:v>
                </c:pt>
                <c:pt idx="8">
                  <c:v>0.18</c:v>
                </c:pt>
                <c:pt idx="9">
                  <c:v>0.20</c:v>
                </c:pt>
                <c:pt idx="10">
                  <c:v>0.22</c:v>
                </c:pt>
                <c:pt idx="11">
                  <c:v>0.24</c:v>
                </c:pt>
                <c:pt idx="12">
                  <c:v>0.26</c:v>
                </c:pt>
                <c:pt idx="13">
                  <c:v>0.28</c:v>
                </c:pt>
                <c:pt idx="14">
                  <c:v>0.30</c:v>
                </c:pt>
                <c:pt idx="15">
                  <c:v>0.32</c:v>
                </c:pt>
                <c:pt idx="16">
                  <c:v>0.34</c:v>
                </c:pt>
                <c:pt idx="17">
                  <c:v>0.36</c:v>
                </c:pt>
                <c:pt idx="18">
                  <c:v>0.38</c:v>
                </c:pt>
                <c:pt idx="19">
                  <c:v>0.40</c:v>
                </c:pt>
                <c:pt idx="20">
                  <c:v>0.42</c:v>
                </c:pt>
                <c:pt idx="21">
                  <c:v>0.44</c:v>
                </c:pt>
                <c:pt idx="22">
                  <c:v>0.46</c:v>
                </c:pt>
              </c:strCache>
            </c:strRef>
          </c:cat>
          <c:val>
            <c:numRef>
              <c:f>Pivot!$J$8:$J$31</c:f>
              <c:numCache>
                <c:formatCode>General</c:formatCode>
                <c:ptCount val="23"/>
                <c:pt idx="0">
                  <c:v>10</c:v>
                </c:pt>
                <c:pt idx="1">
                  <c:v>21</c:v>
                </c:pt>
                <c:pt idx="2">
                  <c:v>37</c:v>
                </c:pt>
                <c:pt idx="3">
                  <c:v>27</c:v>
                </c:pt>
                <c:pt idx="4">
                  <c:v>49</c:v>
                </c:pt>
                <c:pt idx="5">
                  <c:v>99</c:v>
                </c:pt>
                <c:pt idx="6">
                  <c:v>184</c:v>
                </c:pt>
                <c:pt idx="7">
                  <c:v>311</c:v>
                </c:pt>
                <c:pt idx="8">
                  <c:v>232</c:v>
                </c:pt>
                <c:pt idx="9">
                  <c:v>517</c:v>
                </c:pt>
                <c:pt idx="10">
                  <c:v>496</c:v>
                </c:pt>
                <c:pt idx="11">
                  <c:v>416</c:v>
                </c:pt>
                <c:pt idx="12">
                  <c:v>337</c:v>
                </c:pt>
                <c:pt idx="13">
                  <c:v>218</c:v>
                </c:pt>
                <c:pt idx="14">
                  <c:v>427</c:v>
                </c:pt>
                <c:pt idx="15">
                  <c:v>258</c:v>
                </c:pt>
                <c:pt idx="16">
                  <c:v>469</c:v>
                </c:pt>
                <c:pt idx="17">
                  <c:v>208</c:v>
                </c:pt>
                <c:pt idx="18">
                  <c:v>105</c:v>
                </c:pt>
                <c:pt idx="19">
                  <c:v>195</c:v>
                </c:pt>
                <c:pt idx="20">
                  <c:v>144</c:v>
                </c:pt>
                <c:pt idx="21">
                  <c:v>56</c:v>
                </c:pt>
                <c:pt idx="22">
                  <c:v>105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812-42DC-B88D-0E0F3E070C48}"/>
            </c:ext>
          </c:extLst>
        </c:ser>
        <c:ser>
          <c:idx val="1"/>
          <c:order val="1"/>
          <c:tx>
            <c:strRef>
              <c:f>Pivot!$K$7</c:f>
              <c:strCache>
                <c:ptCount val="1"/>
                <c:pt idx="0">
                  <c:v> Registered</c:v>
                </c:pt>
              </c:strCache>
            </c:strRef>
          </c:tx>
          <c:spPr>
            <a:gradFill rotWithShape="1">
              <a:gsLst>
                <a:gs pos="0">
                  <a:schemeClr val="accent2">
                    <a:satMod val="103000"/>
                    <a:lumMod val="102000"/>
                    <a:tint val="94000"/>
                  </a:schemeClr>
                </a:gs>
                <a:gs pos="50000">
                  <a:schemeClr val="accent2">
                    <a:satMod val="110000"/>
                    <a:lumMod val="100000"/>
                    <a:shade val="100000"/>
                  </a:schemeClr>
                </a:gs>
                <a:gs pos="100000">
                  <a:schemeClr val="accent2">
                    <a:lumMod val="99000"/>
                    <a:satMod val="120000"/>
                    <a:shade val="78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</c:spPr>
          <c:invertIfNegative val="0"/>
          <c:cat>
            <c:strRef>
              <c:f>Pivot!$I$8:$I$31</c:f>
              <c:strCache>
                <c:ptCount val="23"/>
                <c:pt idx="0">
                  <c:v>0.02</c:v>
                </c:pt>
                <c:pt idx="1">
                  <c:v>0.04</c:v>
                </c:pt>
                <c:pt idx="2">
                  <c:v>0.06</c:v>
                </c:pt>
                <c:pt idx="3">
                  <c:v>0.08</c:v>
                </c:pt>
                <c:pt idx="4">
                  <c:v>0.10</c:v>
                </c:pt>
                <c:pt idx="5">
                  <c:v>0.12</c:v>
                </c:pt>
                <c:pt idx="6">
                  <c:v>0.14</c:v>
                </c:pt>
                <c:pt idx="7">
                  <c:v>0.16</c:v>
                </c:pt>
                <c:pt idx="8">
                  <c:v>0.18</c:v>
                </c:pt>
                <c:pt idx="9">
                  <c:v>0.20</c:v>
                </c:pt>
                <c:pt idx="10">
                  <c:v>0.22</c:v>
                </c:pt>
                <c:pt idx="11">
                  <c:v>0.24</c:v>
                </c:pt>
                <c:pt idx="12">
                  <c:v>0.26</c:v>
                </c:pt>
                <c:pt idx="13">
                  <c:v>0.28</c:v>
                </c:pt>
                <c:pt idx="14">
                  <c:v>0.30</c:v>
                </c:pt>
                <c:pt idx="15">
                  <c:v>0.32</c:v>
                </c:pt>
                <c:pt idx="16">
                  <c:v>0.34</c:v>
                </c:pt>
                <c:pt idx="17">
                  <c:v>0.36</c:v>
                </c:pt>
                <c:pt idx="18">
                  <c:v>0.38</c:v>
                </c:pt>
                <c:pt idx="19">
                  <c:v>0.40</c:v>
                </c:pt>
                <c:pt idx="20">
                  <c:v>0.42</c:v>
                </c:pt>
                <c:pt idx="21">
                  <c:v>0.44</c:v>
                </c:pt>
                <c:pt idx="22">
                  <c:v>0.46</c:v>
                </c:pt>
              </c:strCache>
            </c:strRef>
          </c:cat>
          <c:val>
            <c:numRef>
              <c:f>Pivot!$K$8:$K$31</c:f>
              <c:numCache>
                <c:formatCode>General</c:formatCode>
                <c:ptCount val="23"/>
                <c:pt idx="0">
                  <c:v>158</c:v>
                </c:pt>
                <c:pt idx="1">
                  <c:v>366</c:v>
                </c:pt>
                <c:pt idx="2">
                  <c:v>571</c:v>
                </c:pt>
                <c:pt idx="3">
                  <c:v>330</c:v>
                </c:pt>
                <c:pt idx="4">
                  <c:v>1210</c:v>
                </c:pt>
                <c:pt idx="5">
                  <c:v>2005</c:v>
                </c:pt>
                <c:pt idx="6">
                  <c:v>4151</c:v>
                </c:pt>
                <c:pt idx="7">
                  <c:v>6692</c:v>
                </c:pt>
                <c:pt idx="8">
                  <c:v>3813</c:v>
                </c:pt>
                <c:pt idx="9">
                  <c:v>7409</c:v>
                </c:pt>
                <c:pt idx="10">
                  <c:v>6716</c:v>
                </c:pt>
                <c:pt idx="11">
                  <c:v>5549</c:v>
                </c:pt>
                <c:pt idx="12">
                  <c:v>2820</c:v>
                </c:pt>
                <c:pt idx="13">
                  <c:v>1740</c:v>
                </c:pt>
                <c:pt idx="14">
                  <c:v>3124</c:v>
                </c:pt>
                <c:pt idx="15">
                  <c:v>1708</c:v>
                </c:pt>
                <c:pt idx="16">
                  <c:v>2009</c:v>
                </c:pt>
                <c:pt idx="17">
                  <c:v>1133</c:v>
                </c:pt>
                <c:pt idx="18">
                  <c:v>416</c:v>
                </c:pt>
                <c:pt idx="19">
                  <c:v>790</c:v>
                </c:pt>
                <c:pt idx="20">
                  <c:v>375</c:v>
                </c:pt>
                <c:pt idx="21">
                  <c:v>138</c:v>
                </c:pt>
                <c:pt idx="22">
                  <c:v>160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812-42DC-B88D-0E0F3E070C4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-24"/>
        <c:axId val="1549524944"/>
        <c:axId val="1549523504"/>
      </c:barChart>
      <c:catAx>
        <c:axId val="154952494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12700" cap="flat" cmpd="sng" algn="ctr">
            <a:solidFill>
              <a:schemeClr val="lt1">
                <a:lumMod val="95000"/>
                <a:alpha val="54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lt1">
                    <a:lumMod val="8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549523504"/>
        <c:crosses val="autoZero"/>
        <c:auto val="1"/>
        <c:lblAlgn val="ctr"/>
        <c:lblOffset val="100"/>
        <c:noMultiLvlLbl val="0"/>
      </c:catAx>
      <c:valAx>
        <c:axId val="1549523504"/>
        <c:scaling>
          <c:orientation val="minMax"/>
          <c:max val="10000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lt1">
                    <a:lumMod val="8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54952494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layout>
        <c:manualLayout>
          <c:xMode val="edge"/>
          <c:yMode val="edge"/>
          <c:x val="0.35231162965094481"/>
          <c:y val="0.10513551877443891"/>
          <c:w val="0.30132018381423248"/>
          <c:h val="7.1975266484546579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lt1">
                  <a:lumMod val="8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gradFill flip="none" rotWithShape="1">
      <a:gsLst>
        <a:gs pos="0">
          <a:schemeClr val="dk1">
            <a:lumMod val="65000"/>
            <a:lumOff val="35000"/>
          </a:schemeClr>
        </a:gs>
        <a:gs pos="100000">
          <a:schemeClr val="dk1">
            <a:lumMod val="85000"/>
            <a:lumOff val="15000"/>
          </a:schemeClr>
        </a:gs>
      </a:gsLst>
      <a:path path="circle">
        <a:fillToRect l="50000" t="50000" r="50000" b="50000"/>
      </a:path>
      <a:tileRect/>
    </a:gradFill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  <c14:dropZoneSeries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[FinalDashboard.xlsx]Pivot!PivotTable2</c:name>
    <c:fmtId val="18"/>
  </c:pivotSource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1" i="0" u="none" strike="noStrike" kern="1200" spc="100" baseline="0">
                <a:solidFill>
                  <a:schemeClr val="lt1">
                    <a:lumMod val="95000"/>
                  </a:schemeClr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+mn-lt"/>
                <a:ea typeface="+mn-ea"/>
                <a:cs typeface="+mn-cs"/>
              </a:defRPr>
            </a:pPr>
            <a:r>
              <a:rPr lang="en-IN"/>
              <a:t>Trend</a:t>
            </a:r>
            <a:r>
              <a:rPr lang="en-IN" baseline="0"/>
              <a:t> By Customer Type</a:t>
            </a:r>
            <a:endParaRPr lang="en-IN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1" i="0" u="none" strike="noStrike" kern="1200" spc="100" baseline="0">
              <a:solidFill>
                <a:schemeClr val="lt1">
                  <a:lumMod val="95000"/>
                </a:schemeClr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  <a:latin typeface="+mn-lt"/>
              <a:ea typeface="+mn-ea"/>
              <a:cs typeface="+mn-cs"/>
            </a:defRPr>
          </a:pPr>
          <a:endParaRPr lang="en-IN"/>
        </a:p>
      </c:txPr>
    </c:title>
    <c:autoTitleDeleted val="0"/>
    <c:pivotFmts>
      <c:pivotFmt>
        <c:idx val="0"/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"/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"/>
        <c:spPr>
          <a:gradFill rotWithShape="1">
            <a:gsLst>
              <a:gs pos="0">
                <a:schemeClr val="accent1">
                  <a:satMod val="103000"/>
                  <a:lumMod val="102000"/>
                  <a:tint val="94000"/>
                </a:schemeClr>
              </a:gs>
              <a:gs pos="50000">
                <a:schemeClr val="accent1">
                  <a:satMod val="110000"/>
                  <a:lumMod val="100000"/>
                  <a:shade val="100000"/>
                </a:schemeClr>
              </a:gs>
              <a:gs pos="100000">
                <a:schemeClr val="accent1">
                  <a:lumMod val="99000"/>
                  <a:satMod val="120000"/>
                  <a:shade val="78000"/>
                </a:schemeClr>
              </a:gs>
            </a:gsLst>
            <a:lin ang="5400000" scaled="0"/>
          </a:gradFill>
          <a:ln w="34925" cap="rnd">
            <a:solidFill>
              <a:schemeClr val="accent1"/>
            </a:solidFill>
            <a:round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c:spPr>
        <c:marker>
          <c:symbol val="circle"/>
          <c:size val="6"/>
          <c:spPr>
            <a:gradFill rotWithShape="1">
              <a:gsLst>
                <a:gs pos="0">
                  <a:schemeClr val="accent1">
                    <a:satMod val="103000"/>
                    <a:lumMod val="102000"/>
                    <a:tint val="94000"/>
                  </a:schemeClr>
                </a:gs>
                <a:gs pos="50000">
                  <a:schemeClr val="accent1">
                    <a:satMod val="110000"/>
                    <a:lumMod val="100000"/>
                    <a:shade val="100000"/>
                  </a:schemeClr>
                </a:gs>
                <a:gs pos="100000">
                  <a:schemeClr val="accent1">
                    <a:lumMod val="99000"/>
                    <a:satMod val="120000"/>
                    <a:shade val="78000"/>
                  </a:schemeClr>
                </a:gs>
              </a:gsLst>
              <a:lin ang="5400000" scaled="0"/>
            </a:gradFill>
            <a:ln w="9525">
              <a:solidFill>
                <a:schemeClr val="accent1"/>
              </a:solidFill>
              <a:round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</c:spPr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lt1">
                      <a:lumMod val="8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"/>
        <c:spPr>
          <a:gradFill rotWithShape="1">
            <a:gsLst>
              <a:gs pos="0">
                <a:schemeClr val="accent1">
                  <a:satMod val="103000"/>
                  <a:lumMod val="102000"/>
                  <a:tint val="94000"/>
                </a:schemeClr>
              </a:gs>
              <a:gs pos="50000">
                <a:schemeClr val="accent1">
                  <a:satMod val="110000"/>
                  <a:lumMod val="100000"/>
                  <a:shade val="100000"/>
                </a:schemeClr>
              </a:gs>
              <a:gs pos="100000">
                <a:schemeClr val="accent1">
                  <a:lumMod val="99000"/>
                  <a:satMod val="120000"/>
                  <a:shade val="78000"/>
                </a:schemeClr>
              </a:gs>
            </a:gsLst>
            <a:lin ang="5400000" scaled="0"/>
          </a:gradFill>
          <a:ln w="34925" cap="rnd">
            <a:solidFill>
              <a:schemeClr val="accent1"/>
            </a:solidFill>
            <a:round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c:spPr>
        <c:marker>
          <c:symbol val="circle"/>
          <c:size val="6"/>
          <c:spPr>
            <a:gradFill rotWithShape="1">
              <a:gsLst>
                <a:gs pos="0">
                  <a:schemeClr val="accent2">
                    <a:satMod val="103000"/>
                    <a:lumMod val="102000"/>
                    <a:tint val="94000"/>
                  </a:schemeClr>
                </a:gs>
                <a:gs pos="50000">
                  <a:schemeClr val="accent2">
                    <a:satMod val="110000"/>
                    <a:lumMod val="100000"/>
                    <a:shade val="100000"/>
                  </a:schemeClr>
                </a:gs>
                <a:gs pos="100000">
                  <a:schemeClr val="accent2">
                    <a:lumMod val="99000"/>
                    <a:satMod val="120000"/>
                    <a:shade val="78000"/>
                  </a:schemeClr>
                </a:gs>
              </a:gsLst>
              <a:lin ang="5400000" scaled="0"/>
            </a:gradFill>
            <a:ln w="9525">
              <a:solidFill>
                <a:schemeClr val="accent2"/>
              </a:solidFill>
              <a:round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</c:spPr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lt1">
                      <a:lumMod val="8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6"/>
        <c:spPr>
          <a:gradFill rotWithShape="1">
            <a:gsLst>
              <a:gs pos="0">
                <a:schemeClr val="accent1">
                  <a:satMod val="103000"/>
                  <a:lumMod val="102000"/>
                  <a:tint val="94000"/>
                </a:schemeClr>
              </a:gs>
              <a:gs pos="50000">
                <a:schemeClr val="accent1">
                  <a:satMod val="110000"/>
                  <a:lumMod val="100000"/>
                  <a:shade val="100000"/>
                </a:schemeClr>
              </a:gs>
              <a:gs pos="100000">
                <a:schemeClr val="accent1">
                  <a:lumMod val="99000"/>
                  <a:satMod val="120000"/>
                  <a:shade val="78000"/>
                </a:schemeClr>
              </a:gs>
            </a:gsLst>
            <a:lin ang="5400000" scaled="0"/>
          </a:gradFill>
          <a:ln w="34925" cap="rnd">
            <a:solidFill>
              <a:schemeClr val="accent1"/>
            </a:solidFill>
            <a:round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c:spPr>
        <c:marker>
          <c:symbol val="circle"/>
          <c:size val="6"/>
          <c:spPr>
            <a:gradFill rotWithShape="1">
              <a:gsLst>
                <a:gs pos="0">
                  <a:schemeClr val="accent1">
                    <a:satMod val="103000"/>
                    <a:lumMod val="102000"/>
                    <a:tint val="94000"/>
                  </a:schemeClr>
                </a:gs>
                <a:gs pos="50000">
                  <a:schemeClr val="accent1">
                    <a:satMod val="110000"/>
                    <a:lumMod val="100000"/>
                    <a:shade val="100000"/>
                  </a:schemeClr>
                </a:gs>
                <a:gs pos="100000">
                  <a:schemeClr val="accent1">
                    <a:lumMod val="99000"/>
                    <a:satMod val="120000"/>
                    <a:shade val="78000"/>
                  </a:schemeClr>
                </a:gs>
              </a:gsLst>
              <a:lin ang="5400000" scaled="0"/>
            </a:gradFill>
            <a:ln w="9525">
              <a:solidFill>
                <a:schemeClr val="accent1"/>
              </a:solidFill>
              <a:round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</c:spPr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lt1">
                      <a:lumMod val="8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7"/>
        <c:spPr>
          <a:gradFill rotWithShape="1">
            <a:gsLst>
              <a:gs pos="0">
                <a:schemeClr val="accent1">
                  <a:satMod val="103000"/>
                  <a:lumMod val="102000"/>
                  <a:tint val="94000"/>
                </a:schemeClr>
              </a:gs>
              <a:gs pos="50000">
                <a:schemeClr val="accent1">
                  <a:satMod val="110000"/>
                  <a:lumMod val="100000"/>
                  <a:shade val="100000"/>
                </a:schemeClr>
              </a:gs>
              <a:gs pos="100000">
                <a:schemeClr val="accent1">
                  <a:lumMod val="99000"/>
                  <a:satMod val="120000"/>
                  <a:shade val="78000"/>
                </a:schemeClr>
              </a:gs>
            </a:gsLst>
            <a:lin ang="5400000" scaled="0"/>
          </a:gradFill>
          <a:ln w="34925" cap="rnd">
            <a:solidFill>
              <a:schemeClr val="accent1"/>
            </a:solidFill>
            <a:round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c:spPr>
        <c:marker>
          <c:symbol val="circle"/>
          <c:size val="6"/>
          <c:spPr>
            <a:gradFill rotWithShape="1">
              <a:gsLst>
                <a:gs pos="0">
                  <a:schemeClr val="accent2">
                    <a:satMod val="103000"/>
                    <a:lumMod val="102000"/>
                    <a:tint val="94000"/>
                  </a:schemeClr>
                </a:gs>
                <a:gs pos="50000">
                  <a:schemeClr val="accent2">
                    <a:satMod val="110000"/>
                    <a:lumMod val="100000"/>
                    <a:shade val="100000"/>
                  </a:schemeClr>
                </a:gs>
                <a:gs pos="100000">
                  <a:schemeClr val="accent2">
                    <a:lumMod val="99000"/>
                    <a:satMod val="120000"/>
                    <a:shade val="78000"/>
                  </a:schemeClr>
                </a:gs>
              </a:gsLst>
              <a:lin ang="5400000" scaled="0"/>
            </a:gradFill>
            <a:ln w="9525">
              <a:solidFill>
                <a:schemeClr val="accent2"/>
              </a:solidFill>
              <a:round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</c:spPr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lt1">
                      <a:lumMod val="8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8"/>
        <c:spPr>
          <a:gradFill rotWithShape="1">
            <a:gsLst>
              <a:gs pos="0">
                <a:schemeClr val="accent1">
                  <a:tint val="94000"/>
                  <a:satMod val="103000"/>
                  <a:lumMod val="102000"/>
                </a:schemeClr>
              </a:gs>
              <a:gs pos="50000">
                <a:schemeClr val="accent1">
                  <a:shade val="100000"/>
                  <a:satMod val="110000"/>
                  <a:lumMod val="100000"/>
                </a:schemeClr>
              </a:gs>
              <a:gs pos="100000">
                <a:schemeClr val="accent1">
                  <a:shade val="78000"/>
                  <a:satMod val="120000"/>
                  <a:lumMod val="99000"/>
                </a:schemeClr>
              </a:gs>
            </a:gsLst>
            <a:lin ang="5400000" scaled="0"/>
          </a:gradFill>
          <a:ln w="34925" cap="rnd">
            <a:solidFill>
              <a:schemeClr val="accent1"/>
            </a:solidFill>
            <a:round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c:spPr>
        <c:marker>
          <c:symbol val="circle"/>
          <c:size val="6"/>
          <c:spPr>
            <a:gradFill rotWithShape="1">
              <a:gsLst>
                <a:gs pos="0">
                  <a:schemeClr val="accent1">
                    <a:satMod val="103000"/>
                    <a:lumMod val="102000"/>
                    <a:tint val="94000"/>
                  </a:schemeClr>
                </a:gs>
                <a:gs pos="50000">
                  <a:schemeClr val="accent1">
                    <a:satMod val="110000"/>
                    <a:lumMod val="100000"/>
                    <a:shade val="100000"/>
                  </a:schemeClr>
                </a:gs>
                <a:gs pos="100000">
                  <a:schemeClr val="accent1">
                    <a:lumMod val="99000"/>
                    <a:satMod val="120000"/>
                    <a:shade val="78000"/>
                  </a:schemeClr>
                </a:gs>
              </a:gsLst>
              <a:lin ang="5400000" scaled="0"/>
            </a:gradFill>
            <a:ln w="9525">
              <a:solidFill>
                <a:schemeClr val="accent1"/>
              </a:solidFill>
              <a:round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</c:spPr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lt1">
                      <a:lumMod val="8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9"/>
        <c:spPr>
          <a:gradFill rotWithShape="1">
            <a:gsLst>
              <a:gs pos="0">
                <a:schemeClr val="accent1">
                  <a:tint val="94000"/>
                  <a:satMod val="103000"/>
                  <a:lumMod val="102000"/>
                </a:schemeClr>
              </a:gs>
              <a:gs pos="50000">
                <a:schemeClr val="accent1">
                  <a:shade val="100000"/>
                  <a:satMod val="110000"/>
                  <a:lumMod val="100000"/>
                </a:schemeClr>
              </a:gs>
              <a:gs pos="100000">
                <a:schemeClr val="accent1">
                  <a:shade val="78000"/>
                  <a:satMod val="120000"/>
                  <a:lumMod val="99000"/>
                </a:schemeClr>
              </a:gs>
            </a:gsLst>
            <a:lin ang="5400000" scaled="0"/>
          </a:gradFill>
          <a:ln w="34925" cap="rnd">
            <a:solidFill>
              <a:schemeClr val="accent1"/>
            </a:solidFill>
            <a:round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c:spPr>
        <c:marker>
          <c:symbol val="circle"/>
          <c:size val="6"/>
          <c:spPr>
            <a:gradFill rotWithShape="1">
              <a:gsLst>
                <a:gs pos="0">
                  <a:schemeClr val="accent2">
                    <a:satMod val="103000"/>
                    <a:lumMod val="102000"/>
                    <a:tint val="94000"/>
                  </a:schemeClr>
                </a:gs>
                <a:gs pos="50000">
                  <a:schemeClr val="accent2">
                    <a:satMod val="110000"/>
                    <a:lumMod val="100000"/>
                    <a:shade val="100000"/>
                  </a:schemeClr>
                </a:gs>
                <a:gs pos="100000">
                  <a:schemeClr val="accent2">
                    <a:lumMod val="99000"/>
                    <a:satMod val="120000"/>
                    <a:shade val="78000"/>
                  </a:schemeClr>
                </a:gs>
              </a:gsLst>
              <a:lin ang="5400000" scaled="0"/>
            </a:gradFill>
            <a:ln w="9525">
              <a:solidFill>
                <a:schemeClr val="accent2"/>
              </a:solidFill>
              <a:round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</c:spPr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lt1">
                      <a:lumMod val="8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>
        <c:manualLayout>
          <c:layoutTarget val="inner"/>
          <c:xMode val="edge"/>
          <c:yMode val="edge"/>
          <c:x val="8.5556953650974862E-2"/>
          <c:y val="3.3919197600299961E-2"/>
          <c:w val="0.87835953681242906"/>
          <c:h val="0.7576477047511917"/>
        </c:manualLayout>
      </c:layout>
      <c:lineChart>
        <c:grouping val="standard"/>
        <c:varyColors val="0"/>
        <c:ser>
          <c:idx val="0"/>
          <c:order val="0"/>
          <c:tx>
            <c:strRef>
              <c:f>Pivot!$B$7</c:f>
              <c:strCache>
                <c:ptCount val="1"/>
                <c:pt idx="0">
                  <c:v> Casual</c:v>
                </c:pt>
              </c:strCache>
            </c:strRef>
          </c:tx>
          <c:spPr>
            <a:ln w="34925" cap="rnd">
              <a:solidFill>
                <a:schemeClr val="accent1"/>
              </a:solidFill>
              <a:round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</c:spPr>
          <c:marker>
            <c:symbol val="circle"/>
            <c:size val="6"/>
            <c:spPr>
              <a:gradFill rotWithShape="1">
                <a:gsLst>
                  <a:gs pos="0">
                    <a:schemeClr val="accent1">
                      <a:satMod val="103000"/>
                      <a:lumMod val="102000"/>
                      <a:tint val="94000"/>
                    </a:schemeClr>
                  </a:gs>
                  <a:gs pos="50000">
                    <a:schemeClr val="accent1">
                      <a:satMod val="110000"/>
                      <a:lumMod val="100000"/>
                      <a:shade val="100000"/>
                    </a:schemeClr>
                  </a:gs>
                  <a:gs pos="100000">
                    <a:schemeClr val="accent1">
                      <a:lumMod val="99000"/>
                      <a:satMod val="120000"/>
                      <a:shade val="78000"/>
                    </a:schemeClr>
                  </a:gs>
                </a:gsLst>
                <a:lin ang="5400000" scaled="0"/>
              </a:gradFill>
              <a:ln w="9525">
                <a:solidFill>
                  <a:schemeClr val="accent1"/>
                </a:solidFill>
                <a:round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</c:spPr>
          </c:marker>
          <c:cat>
            <c:strRef>
              <c:f>Pivot!$A$8:$A$53</c:f>
              <c:strCache>
                <c:ptCount val="45"/>
                <c:pt idx="0">
                  <c:v>01-01-2011</c:v>
                </c:pt>
                <c:pt idx="1">
                  <c:v>02-01-2011</c:v>
                </c:pt>
                <c:pt idx="2">
                  <c:v>03-01-2011</c:v>
                </c:pt>
                <c:pt idx="3">
                  <c:v>04-01-2011</c:v>
                </c:pt>
                <c:pt idx="4">
                  <c:v>05-01-2011</c:v>
                </c:pt>
                <c:pt idx="5">
                  <c:v>06-01-2011</c:v>
                </c:pt>
                <c:pt idx="6">
                  <c:v>07-01-2011</c:v>
                </c:pt>
                <c:pt idx="7">
                  <c:v>08-01-2011</c:v>
                </c:pt>
                <c:pt idx="8">
                  <c:v>09-01-2011</c:v>
                </c:pt>
                <c:pt idx="9">
                  <c:v>10-01-2011</c:v>
                </c:pt>
                <c:pt idx="10">
                  <c:v>11-01-2011</c:v>
                </c:pt>
                <c:pt idx="11">
                  <c:v>12-01-2011</c:v>
                </c:pt>
                <c:pt idx="12">
                  <c:v>13-01-2011</c:v>
                </c:pt>
                <c:pt idx="13">
                  <c:v>14-01-2011</c:v>
                </c:pt>
                <c:pt idx="14">
                  <c:v>15-01-2011</c:v>
                </c:pt>
                <c:pt idx="15">
                  <c:v>16-01-2011</c:v>
                </c:pt>
                <c:pt idx="16">
                  <c:v>17-01-2011</c:v>
                </c:pt>
                <c:pt idx="17">
                  <c:v>18-01-2011</c:v>
                </c:pt>
                <c:pt idx="18">
                  <c:v>19-01-2011</c:v>
                </c:pt>
                <c:pt idx="19">
                  <c:v>20-01-2011</c:v>
                </c:pt>
                <c:pt idx="20">
                  <c:v>21-01-2011</c:v>
                </c:pt>
                <c:pt idx="21">
                  <c:v>22-01-2011</c:v>
                </c:pt>
                <c:pt idx="22">
                  <c:v>23-01-2011</c:v>
                </c:pt>
                <c:pt idx="23">
                  <c:v>24-01-2011</c:v>
                </c:pt>
                <c:pt idx="24">
                  <c:v>25-01-2011</c:v>
                </c:pt>
                <c:pt idx="25">
                  <c:v>26-01-2011</c:v>
                </c:pt>
                <c:pt idx="26">
                  <c:v>27-01-2011</c:v>
                </c:pt>
                <c:pt idx="27">
                  <c:v>28-01-2011</c:v>
                </c:pt>
                <c:pt idx="28">
                  <c:v>29-01-2011</c:v>
                </c:pt>
                <c:pt idx="29">
                  <c:v>30-01-2011</c:v>
                </c:pt>
                <c:pt idx="30">
                  <c:v>31-01-2011</c:v>
                </c:pt>
                <c:pt idx="31">
                  <c:v>01-02-2011</c:v>
                </c:pt>
                <c:pt idx="32">
                  <c:v>02-02-2011</c:v>
                </c:pt>
                <c:pt idx="33">
                  <c:v>03-02-2011</c:v>
                </c:pt>
                <c:pt idx="34">
                  <c:v>04-02-2011</c:v>
                </c:pt>
                <c:pt idx="35">
                  <c:v>05-02-2011</c:v>
                </c:pt>
                <c:pt idx="36">
                  <c:v>06-02-2011</c:v>
                </c:pt>
                <c:pt idx="37">
                  <c:v>07-02-2011</c:v>
                </c:pt>
                <c:pt idx="38">
                  <c:v>08-02-2011</c:v>
                </c:pt>
                <c:pt idx="39">
                  <c:v>09-02-2011</c:v>
                </c:pt>
                <c:pt idx="40">
                  <c:v>10-02-2011</c:v>
                </c:pt>
                <c:pt idx="41">
                  <c:v>11-02-2011</c:v>
                </c:pt>
                <c:pt idx="42">
                  <c:v>12-02-2011</c:v>
                </c:pt>
                <c:pt idx="43">
                  <c:v>13-02-2011</c:v>
                </c:pt>
                <c:pt idx="44">
                  <c:v>14-02-2011</c:v>
                </c:pt>
              </c:strCache>
            </c:strRef>
          </c:cat>
          <c:val>
            <c:numRef>
              <c:f>Pivot!$B$8:$B$53</c:f>
              <c:numCache>
                <c:formatCode>General</c:formatCode>
                <c:ptCount val="45"/>
                <c:pt idx="0">
                  <c:v>331</c:v>
                </c:pt>
                <c:pt idx="1">
                  <c:v>131</c:v>
                </c:pt>
                <c:pt idx="2">
                  <c:v>120</c:v>
                </c:pt>
                <c:pt idx="3">
                  <c:v>108</c:v>
                </c:pt>
                <c:pt idx="4">
                  <c:v>82</c:v>
                </c:pt>
                <c:pt idx="5">
                  <c:v>88</c:v>
                </c:pt>
                <c:pt idx="6">
                  <c:v>148</c:v>
                </c:pt>
                <c:pt idx="7">
                  <c:v>68</c:v>
                </c:pt>
                <c:pt idx="8">
                  <c:v>54</c:v>
                </c:pt>
                <c:pt idx="9">
                  <c:v>41</c:v>
                </c:pt>
                <c:pt idx="10">
                  <c:v>43</c:v>
                </c:pt>
                <c:pt idx="11">
                  <c:v>25</c:v>
                </c:pt>
                <c:pt idx="12">
                  <c:v>38</c:v>
                </c:pt>
                <c:pt idx="13">
                  <c:v>54</c:v>
                </c:pt>
                <c:pt idx="14">
                  <c:v>222</c:v>
                </c:pt>
                <c:pt idx="15">
                  <c:v>251</c:v>
                </c:pt>
                <c:pt idx="16">
                  <c:v>117</c:v>
                </c:pt>
                <c:pt idx="17">
                  <c:v>9</c:v>
                </c:pt>
                <c:pt idx="18">
                  <c:v>78</c:v>
                </c:pt>
                <c:pt idx="19">
                  <c:v>83</c:v>
                </c:pt>
                <c:pt idx="20">
                  <c:v>75</c:v>
                </c:pt>
                <c:pt idx="21">
                  <c:v>93</c:v>
                </c:pt>
                <c:pt idx="22">
                  <c:v>150</c:v>
                </c:pt>
                <c:pt idx="23">
                  <c:v>86</c:v>
                </c:pt>
                <c:pt idx="24">
                  <c:v>186</c:v>
                </c:pt>
                <c:pt idx="25">
                  <c:v>34</c:v>
                </c:pt>
                <c:pt idx="26">
                  <c:v>15</c:v>
                </c:pt>
                <c:pt idx="27">
                  <c:v>38</c:v>
                </c:pt>
                <c:pt idx="28">
                  <c:v>123</c:v>
                </c:pt>
                <c:pt idx="29">
                  <c:v>140</c:v>
                </c:pt>
                <c:pt idx="30">
                  <c:v>42</c:v>
                </c:pt>
                <c:pt idx="31">
                  <c:v>47</c:v>
                </c:pt>
                <c:pt idx="32">
                  <c:v>72</c:v>
                </c:pt>
                <c:pt idx="33">
                  <c:v>61</c:v>
                </c:pt>
                <c:pt idx="34">
                  <c:v>88</c:v>
                </c:pt>
                <c:pt idx="35">
                  <c:v>100</c:v>
                </c:pt>
                <c:pt idx="36">
                  <c:v>354</c:v>
                </c:pt>
                <c:pt idx="37">
                  <c:v>120</c:v>
                </c:pt>
                <c:pt idx="38">
                  <c:v>64</c:v>
                </c:pt>
                <c:pt idx="39">
                  <c:v>53</c:v>
                </c:pt>
                <c:pt idx="40">
                  <c:v>47</c:v>
                </c:pt>
                <c:pt idx="41">
                  <c:v>149</c:v>
                </c:pt>
                <c:pt idx="42">
                  <c:v>288</c:v>
                </c:pt>
                <c:pt idx="43">
                  <c:v>397</c:v>
                </c:pt>
                <c:pt idx="44">
                  <c:v>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037E-49F3-BCC7-B67635890A47}"/>
            </c:ext>
          </c:extLst>
        </c:ser>
        <c:ser>
          <c:idx val="1"/>
          <c:order val="1"/>
          <c:tx>
            <c:strRef>
              <c:f>Pivot!$C$7</c:f>
              <c:strCache>
                <c:ptCount val="1"/>
                <c:pt idx="0">
                  <c:v> Registered</c:v>
                </c:pt>
              </c:strCache>
            </c:strRef>
          </c:tx>
          <c:spPr>
            <a:ln w="34925" cap="rnd">
              <a:solidFill>
                <a:schemeClr val="accent2"/>
              </a:solidFill>
              <a:round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</c:spPr>
          <c:marker>
            <c:symbol val="circle"/>
            <c:size val="6"/>
            <c:spPr>
              <a:gradFill rotWithShape="1">
                <a:gsLst>
                  <a:gs pos="0">
                    <a:schemeClr val="accent2">
                      <a:satMod val="103000"/>
                      <a:lumMod val="102000"/>
                      <a:tint val="94000"/>
                    </a:schemeClr>
                  </a:gs>
                  <a:gs pos="50000">
                    <a:schemeClr val="accent2">
                      <a:satMod val="110000"/>
                      <a:lumMod val="100000"/>
                      <a:shade val="100000"/>
                    </a:schemeClr>
                  </a:gs>
                  <a:gs pos="100000">
                    <a:schemeClr val="accent2">
                      <a:lumMod val="99000"/>
                      <a:satMod val="120000"/>
                      <a:shade val="78000"/>
                    </a:schemeClr>
                  </a:gs>
                </a:gsLst>
                <a:lin ang="5400000" scaled="0"/>
              </a:gradFill>
              <a:ln w="9525">
                <a:solidFill>
                  <a:schemeClr val="accent2"/>
                </a:solidFill>
                <a:round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</c:spPr>
          </c:marker>
          <c:cat>
            <c:strRef>
              <c:f>Pivot!$A$8:$A$53</c:f>
              <c:strCache>
                <c:ptCount val="45"/>
                <c:pt idx="0">
                  <c:v>01-01-2011</c:v>
                </c:pt>
                <c:pt idx="1">
                  <c:v>02-01-2011</c:v>
                </c:pt>
                <c:pt idx="2">
                  <c:v>03-01-2011</c:v>
                </c:pt>
                <c:pt idx="3">
                  <c:v>04-01-2011</c:v>
                </c:pt>
                <c:pt idx="4">
                  <c:v>05-01-2011</c:v>
                </c:pt>
                <c:pt idx="5">
                  <c:v>06-01-2011</c:v>
                </c:pt>
                <c:pt idx="6">
                  <c:v>07-01-2011</c:v>
                </c:pt>
                <c:pt idx="7">
                  <c:v>08-01-2011</c:v>
                </c:pt>
                <c:pt idx="8">
                  <c:v>09-01-2011</c:v>
                </c:pt>
                <c:pt idx="9">
                  <c:v>10-01-2011</c:v>
                </c:pt>
                <c:pt idx="10">
                  <c:v>11-01-2011</c:v>
                </c:pt>
                <c:pt idx="11">
                  <c:v>12-01-2011</c:v>
                </c:pt>
                <c:pt idx="12">
                  <c:v>13-01-2011</c:v>
                </c:pt>
                <c:pt idx="13">
                  <c:v>14-01-2011</c:v>
                </c:pt>
                <c:pt idx="14">
                  <c:v>15-01-2011</c:v>
                </c:pt>
                <c:pt idx="15">
                  <c:v>16-01-2011</c:v>
                </c:pt>
                <c:pt idx="16">
                  <c:v>17-01-2011</c:v>
                </c:pt>
                <c:pt idx="17">
                  <c:v>18-01-2011</c:v>
                </c:pt>
                <c:pt idx="18">
                  <c:v>19-01-2011</c:v>
                </c:pt>
                <c:pt idx="19">
                  <c:v>20-01-2011</c:v>
                </c:pt>
                <c:pt idx="20">
                  <c:v>21-01-2011</c:v>
                </c:pt>
                <c:pt idx="21">
                  <c:v>22-01-2011</c:v>
                </c:pt>
                <c:pt idx="22">
                  <c:v>23-01-2011</c:v>
                </c:pt>
                <c:pt idx="23">
                  <c:v>24-01-2011</c:v>
                </c:pt>
                <c:pt idx="24">
                  <c:v>25-01-2011</c:v>
                </c:pt>
                <c:pt idx="25">
                  <c:v>26-01-2011</c:v>
                </c:pt>
                <c:pt idx="26">
                  <c:v>27-01-2011</c:v>
                </c:pt>
                <c:pt idx="27">
                  <c:v>28-01-2011</c:v>
                </c:pt>
                <c:pt idx="28">
                  <c:v>29-01-2011</c:v>
                </c:pt>
                <c:pt idx="29">
                  <c:v>30-01-2011</c:v>
                </c:pt>
                <c:pt idx="30">
                  <c:v>31-01-2011</c:v>
                </c:pt>
                <c:pt idx="31">
                  <c:v>01-02-2011</c:v>
                </c:pt>
                <c:pt idx="32">
                  <c:v>02-02-2011</c:v>
                </c:pt>
                <c:pt idx="33">
                  <c:v>03-02-2011</c:v>
                </c:pt>
                <c:pt idx="34">
                  <c:v>04-02-2011</c:v>
                </c:pt>
                <c:pt idx="35">
                  <c:v>05-02-2011</c:v>
                </c:pt>
                <c:pt idx="36">
                  <c:v>06-02-2011</c:v>
                </c:pt>
                <c:pt idx="37">
                  <c:v>07-02-2011</c:v>
                </c:pt>
                <c:pt idx="38">
                  <c:v>08-02-2011</c:v>
                </c:pt>
                <c:pt idx="39">
                  <c:v>09-02-2011</c:v>
                </c:pt>
                <c:pt idx="40">
                  <c:v>10-02-2011</c:v>
                </c:pt>
                <c:pt idx="41">
                  <c:v>11-02-2011</c:v>
                </c:pt>
                <c:pt idx="42">
                  <c:v>12-02-2011</c:v>
                </c:pt>
                <c:pt idx="43">
                  <c:v>13-02-2011</c:v>
                </c:pt>
                <c:pt idx="44">
                  <c:v>14-02-2011</c:v>
                </c:pt>
              </c:strCache>
            </c:strRef>
          </c:cat>
          <c:val>
            <c:numRef>
              <c:f>Pivot!$C$8:$C$53</c:f>
              <c:numCache>
                <c:formatCode>General</c:formatCode>
                <c:ptCount val="45"/>
                <c:pt idx="0">
                  <c:v>654</c:v>
                </c:pt>
                <c:pt idx="1">
                  <c:v>670</c:v>
                </c:pt>
                <c:pt idx="2">
                  <c:v>1229</c:v>
                </c:pt>
                <c:pt idx="3">
                  <c:v>1454</c:v>
                </c:pt>
                <c:pt idx="4">
                  <c:v>1518</c:v>
                </c:pt>
                <c:pt idx="5">
                  <c:v>1518</c:v>
                </c:pt>
                <c:pt idx="6">
                  <c:v>1362</c:v>
                </c:pt>
                <c:pt idx="7">
                  <c:v>891</c:v>
                </c:pt>
                <c:pt idx="8">
                  <c:v>768</c:v>
                </c:pt>
                <c:pt idx="9">
                  <c:v>1280</c:v>
                </c:pt>
                <c:pt idx="10">
                  <c:v>1220</c:v>
                </c:pt>
                <c:pt idx="11">
                  <c:v>1137</c:v>
                </c:pt>
                <c:pt idx="12">
                  <c:v>1368</c:v>
                </c:pt>
                <c:pt idx="13">
                  <c:v>1367</c:v>
                </c:pt>
                <c:pt idx="14">
                  <c:v>1026</c:v>
                </c:pt>
                <c:pt idx="15">
                  <c:v>953</c:v>
                </c:pt>
                <c:pt idx="16">
                  <c:v>883</c:v>
                </c:pt>
                <c:pt idx="17">
                  <c:v>674</c:v>
                </c:pt>
                <c:pt idx="18">
                  <c:v>1572</c:v>
                </c:pt>
                <c:pt idx="19">
                  <c:v>1844</c:v>
                </c:pt>
                <c:pt idx="20">
                  <c:v>1468</c:v>
                </c:pt>
                <c:pt idx="21">
                  <c:v>888</c:v>
                </c:pt>
                <c:pt idx="22">
                  <c:v>836</c:v>
                </c:pt>
                <c:pt idx="23">
                  <c:v>1330</c:v>
                </c:pt>
                <c:pt idx="24">
                  <c:v>1799</c:v>
                </c:pt>
                <c:pt idx="25">
                  <c:v>472</c:v>
                </c:pt>
                <c:pt idx="26">
                  <c:v>416</c:v>
                </c:pt>
                <c:pt idx="27">
                  <c:v>1129</c:v>
                </c:pt>
                <c:pt idx="28">
                  <c:v>975</c:v>
                </c:pt>
                <c:pt idx="29">
                  <c:v>956</c:v>
                </c:pt>
                <c:pt idx="30">
                  <c:v>1459</c:v>
                </c:pt>
                <c:pt idx="31">
                  <c:v>1313</c:v>
                </c:pt>
                <c:pt idx="32">
                  <c:v>1454</c:v>
                </c:pt>
                <c:pt idx="33">
                  <c:v>1489</c:v>
                </c:pt>
                <c:pt idx="34">
                  <c:v>1620</c:v>
                </c:pt>
                <c:pt idx="35">
                  <c:v>905</c:v>
                </c:pt>
                <c:pt idx="36">
                  <c:v>1269</c:v>
                </c:pt>
                <c:pt idx="37">
                  <c:v>1592</c:v>
                </c:pt>
                <c:pt idx="38">
                  <c:v>1466</c:v>
                </c:pt>
                <c:pt idx="39">
                  <c:v>1552</c:v>
                </c:pt>
                <c:pt idx="40">
                  <c:v>1491</c:v>
                </c:pt>
                <c:pt idx="41">
                  <c:v>1597</c:v>
                </c:pt>
                <c:pt idx="42">
                  <c:v>1184</c:v>
                </c:pt>
                <c:pt idx="43">
                  <c:v>1192</c:v>
                </c:pt>
                <c:pt idx="44">
                  <c:v>143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037E-49F3-BCC7-B67635890A4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549536944"/>
        <c:axId val="1549532144"/>
      </c:lineChart>
      <c:catAx>
        <c:axId val="154953694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lt1">
                <a:lumMod val="95000"/>
                <a:alpha val="10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lt1">
                    <a:lumMod val="8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549532144"/>
        <c:crosses val="autoZero"/>
        <c:auto val="1"/>
        <c:lblAlgn val="ctr"/>
        <c:lblOffset val="100"/>
        <c:noMultiLvlLbl val="0"/>
      </c:catAx>
      <c:valAx>
        <c:axId val="1549532144"/>
        <c:scaling>
          <c:orientation val="minMax"/>
          <c:max val="3000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lt1">
                    <a:lumMod val="8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54953694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layout>
        <c:manualLayout>
          <c:xMode val="edge"/>
          <c:yMode val="edge"/>
          <c:x val="0.36433245988403012"/>
          <c:y val="0.11203432160265681"/>
          <c:w val="0.25126336658494297"/>
          <c:h val="7.184972414162516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lt1">
                  <a:lumMod val="8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gradFill flip="none" rotWithShape="1">
      <a:gsLst>
        <a:gs pos="0">
          <a:schemeClr val="dk1">
            <a:lumMod val="65000"/>
            <a:lumOff val="35000"/>
          </a:schemeClr>
        </a:gs>
        <a:gs pos="100000">
          <a:schemeClr val="dk1">
            <a:lumMod val="85000"/>
            <a:lumOff val="15000"/>
          </a:schemeClr>
        </a:gs>
      </a:gsLst>
      <a:path path="circle">
        <a:fillToRect l="50000" t="50000" r="50000" b="50000"/>
      </a:path>
      <a:tileRect/>
    </a:gradFill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  <c14:dropZoneSeries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1" i="0" u="none" strike="noStrike" kern="1200" spc="100" baseline="0">
                <a:solidFill>
                  <a:schemeClr val="lt1">
                    <a:lumMod val="95000"/>
                  </a:schemeClr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+mn-lt"/>
                <a:ea typeface="+mn-ea"/>
                <a:cs typeface="+mn-cs"/>
              </a:defRPr>
            </a:pPr>
            <a:r>
              <a:rPr lang="en-IN"/>
              <a:t>Share By</a:t>
            </a:r>
            <a:r>
              <a:rPr lang="en-IN" baseline="0"/>
              <a:t> Customer Type</a:t>
            </a:r>
            <a:endParaRPr lang="en-IN"/>
          </a:p>
        </c:rich>
      </c:tx>
      <c:layout>
        <c:manualLayout>
          <c:xMode val="edge"/>
          <c:yMode val="edge"/>
          <c:x val="0.20475163888445302"/>
          <c:y val="1.7777777777777778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1" i="0" u="none" strike="noStrike" kern="1200" spc="100" baseline="0">
              <a:solidFill>
                <a:schemeClr val="lt1">
                  <a:lumMod val="95000"/>
                </a:schemeClr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  <a:latin typeface="+mn-lt"/>
              <a:ea typeface="+mn-ea"/>
              <a:cs typeface="+mn-cs"/>
            </a:defRPr>
          </a:pPr>
          <a:endParaRPr lang="en-IN"/>
        </a:p>
      </c:txPr>
    </c:title>
    <c:autoTitleDeleted val="0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2.361111111111111E-2"/>
          <c:y val="0.1750721784776903"/>
          <c:w val="0.97638888888888886"/>
          <c:h val="0.69823745990084585"/>
        </c:manualLayout>
      </c:layout>
      <c:pie3DChart>
        <c:varyColors val="1"/>
        <c:ser>
          <c:idx val="0"/>
          <c:order val="0"/>
          <c:dPt>
            <c:idx val="0"/>
            <c:bubble3D val="0"/>
            <c:spPr>
              <a:gradFill rotWithShape="1">
                <a:gsLst>
                  <a:gs pos="0">
                    <a:schemeClr val="accent1">
                      <a:satMod val="103000"/>
                      <a:lumMod val="102000"/>
                      <a:tint val="94000"/>
                    </a:schemeClr>
                  </a:gs>
                  <a:gs pos="50000">
                    <a:schemeClr val="accent1">
                      <a:satMod val="110000"/>
                      <a:lumMod val="100000"/>
                      <a:shade val="100000"/>
                    </a:schemeClr>
                  </a:gs>
                  <a:gs pos="100000">
                    <a:schemeClr val="accent1">
                      <a:lumMod val="99000"/>
                      <a:satMod val="120000"/>
                      <a:shade val="78000"/>
                    </a:schemeClr>
                  </a:gs>
                </a:gsLst>
                <a:lin ang="5400000" scaled="0"/>
              </a:gra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  <a:sp3d/>
            </c:spPr>
            <c:extLst>
              <c:ext xmlns:c16="http://schemas.microsoft.com/office/drawing/2014/chart" uri="{C3380CC4-5D6E-409C-BE32-E72D297353CC}">
                <c16:uniqueId val="{00000001-AC3D-4827-B8CB-0D226741CF83}"/>
              </c:ext>
            </c:extLst>
          </c:dPt>
          <c:dPt>
            <c:idx val="1"/>
            <c:bubble3D val="0"/>
            <c:spPr>
              <a:gradFill rotWithShape="1">
                <a:gsLst>
                  <a:gs pos="0">
                    <a:schemeClr val="accent2">
                      <a:satMod val="103000"/>
                      <a:lumMod val="102000"/>
                      <a:tint val="94000"/>
                    </a:schemeClr>
                  </a:gs>
                  <a:gs pos="50000">
                    <a:schemeClr val="accent2">
                      <a:satMod val="110000"/>
                      <a:lumMod val="100000"/>
                      <a:shade val="100000"/>
                    </a:schemeClr>
                  </a:gs>
                  <a:gs pos="100000">
                    <a:schemeClr val="accent2">
                      <a:lumMod val="99000"/>
                      <a:satMod val="120000"/>
                      <a:shade val="78000"/>
                    </a:schemeClr>
                  </a:gs>
                </a:gsLst>
                <a:lin ang="5400000" scaled="0"/>
              </a:gra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  <a:sp3d/>
            </c:spPr>
            <c:extLst>
              <c:ext xmlns:c16="http://schemas.microsoft.com/office/drawing/2014/chart" uri="{C3380CC4-5D6E-409C-BE32-E72D297353CC}">
                <c16:uniqueId val="{00000003-AC3D-4827-B8CB-0D226741CF83}"/>
              </c:ext>
            </c:extLst>
          </c:dPt>
          <c:dLbls>
            <c:dLbl>
              <c:idx val="1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900" b="0" i="0" u="none" strike="noStrike" kern="1200" baseline="0">
                      <a:solidFill>
                        <a:schemeClr val="lt1">
                          <a:lumMod val="8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3-AC3D-4827-B8CB-0D226741CF8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1" i="0" u="none" strike="noStrike" kern="1200" baseline="0">
                    <a:solidFill>
                      <a:schemeClr val="lt1">
                        <a:lumMod val="8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>
                  <a:solidFill>
                    <a:schemeClr val="lt1">
                      <a:lumMod val="95000"/>
                      <a:alpha val="54000"/>
                    </a:schemeClr>
                  </a:solidFill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Pivot!$E$34:$F$34</c:f>
              <c:strCache>
                <c:ptCount val="2"/>
                <c:pt idx="0">
                  <c:v>Casual</c:v>
                </c:pt>
                <c:pt idx="1">
                  <c:v>Registered</c:v>
                </c:pt>
              </c:strCache>
            </c:strRef>
          </c:cat>
          <c:val>
            <c:numRef>
              <c:f>Pivot!$E$35:$F$35</c:f>
              <c:numCache>
                <c:formatCode>General</c:formatCode>
                <c:ptCount val="2"/>
                <c:pt idx="0">
                  <c:v>4921</c:v>
                </c:pt>
                <c:pt idx="1">
                  <c:v>53383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AC3D-4827-B8CB-0D226741CF83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lt1">
                  <a:lumMod val="8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gradFill flip="none" rotWithShape="1">
      <a:gsLst>
        <a:gs pos="0">
          <a:schemeClr val="dk1">
            <a:lumMod val="65000"/>
            <a:lumOff val="35000"/>
          </a:schemeClr>
        </a:gs>
        <a:gs pos="100000">
          <a:schemeClr val="dk1">
            <a:lumMod val="85000"/>
            <a:lumOff val="15000"/>
          </a:schemeClr>
        </a:gs>
      </a:gsLst>
      <a:path path="circle">
        <a:fillToRect l="50000" t="50000" r="50000" b="50000"/>
      </a:path>
      <a:tileRect/>
    </a:gradFill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[FinalDashboard.xlsx]Pivot!PivotTable3</c:name>
    <c:fmtId val="8"/>
  </c:pivotSource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1" i="0" u="none" strike="noStrike" kern="1200" spc="100" baseline="0">
                <a:solidFill>
                  <a:schemeClr val="lt1">
                    <a:lumMod val="95000"/>
                  </a:schemeClr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+mn-lt"/>
                <a:ea typeface="+mn-ea"/>
                <a:cs typeface="+mn-cs"/>
              </a:defRPr>
            </a:pPr>
            <a:r>
              <a:rPr lang="en-IN"/>
              <a:t>Sales By </a:t>
            </a:r>
            <a:r>
              <a:rPr lang="en-IN">
                <a:latin typeface="Arial Black" panose="020B0A04020102020204" pitchFamily="34" charset="0"/>
              </a:rPr>
              <a:t>Day</a:t>
            </a:r>
          </a:p>
        </c:rich>
      </c:tx>
      <c:layout>
        <c:manualLayout>
          <c:xMode val="edge"/>
          <c:yMode val="edge"/>
          <c:x val="0.37415326712607955"/>
          <c:y val="2.7624309392265192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1" i="0" u="none" strike="noStrike" kern="1200" spc="100" baseline="0">
              <a:solidFill>
                <a:schemeClr val="lt1">
                  <a:lumMod val="95000"/>
                </a:schemeClr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ivotFmts>
      <c:pivotFmt>
        <c:idx val="0"/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"/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"/>
        <c:spPr>
          <a:gradFill rotWithShape="1">
            <a:gsLst>
              <a:gs pos="0">
                <a:schemeClr val="accent1">
                  <a:satMod val="103000"/>
                  <a:lumMod val="102000"/>
                  <a:tint val="94000"/>
                </a:schemeClr>
              </a:gs>
              <a:gs pos="50000">
                <a:schemeClr val="accent1">
                  <a:satMod val="110000"/>
                  <a:lumMod val="100000"/>
                  <a:shade val="100000"/>
                </a:schemeClr>
              </a:gs>
              <a:gs pos="100000">
                <a:schemeClr val="accent1">
                  <a:lumMod val="99000"/>
                  <a:satMod val="120000"/>
                  <a:shade val="78000"/>
                </a:scheme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c:spPr>
        <c:marker>
          <c:symbol val="circle"/>
          <c:size val="6"/>
          <c:spPr>
            <a:gradFill rotWithShape="1">
              <a:gsLst>
                <a:gs pos="0">
                  <a:schemeClr val="accent1">
                    <a:satMod val="103000"/>
                    <a:lumMod val="102000"/>
                    <a:tint val="94000"/>
                  </a:schemeClr>
                </a:gs>
                <a:gs pos="50000">
                  <a:schemeClr val="accent1">
                    <a:satMod val="110000"/>
                    <a:lumMod val="100000"/>
                    <a:shade val="100000"/>
                  </a:schemeClr>
                </a:gs>
                <a:gs pos="100000">
                  <a:schemeClr val="accent1">
                    <a:lumMod val="99000"/>
                    <a:satMod val="120000"/>
                    <a:shade val="78000"/>
                  </a:schemeClr>
                </a:gs>
              </a:gsLst>
              <a:lin ang="5400000" scaled="0"/>
            </a:gradFill>
            <a:ln w="9525">
              <a:solidFill>
                <a:schemeClr val="accent1"/>
              </a:solidFill>
              <a:round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</c:spPr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lt1">
                      <a:lumMod val="8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"/>
        <c:spPr>
          <a:gradFill rotWithShape="1">
            <a:gsLst>
              <a:gs pos="0">
                <a:schemeClr val="accent1">
                  <a:satMod val="103000"/>
                  <a:lumMod val="102000"/>
                  <a:tint val="94000"/>
                </a:schemeClr>
              </a:gs>
              <a:gs pos="50000">
                <a:schemeClr val="accent1">
                  <a:satMod val="110000"/>
                  <a:lumMod val="100000"/>
                  <a:shade val="100000"/>
                </a:schemeClr>
              </a:gs>
              <a:gs pos="100000">
                <a:schemeClr val="accent1">
                  <a:lumMod val="99000"/>
                  <a:satMod val="120000"/>
                  <a:shade val="78000"/>
                </a:scheme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c:spPr>
        <c:marker>
          <c:symbol val="circle"/>
          <c:size val="6"/>
          <c:spPr>
            <a:gradFill rotWithShape="1">
              <a:gsLst>
                <a:gs pos="0">
                  <a:schemeClr val="accent2">
                    <a:satMod val="103000"/>
                    <a:lumMod val="102000"/>
                    <a:tint val="94000"/>
                  </a:schemeClr>
                </a:gs>
                <a:gs pos="50000">
                  <a:schemeClr val="accent2">
                    <a:satMod val="110000"/>
                    <a:lumMod val="100000"/>
                    <a:shade val="100000"/>
                  </a:schemeClr>
                </a:gs>
                <a:gs pos="100000">
                  <a:schemeClr val="accent2">
                    <a:lumMod val="99000"/>
                    <a:satMod val="120000"/>
                    <a:shade val="78000"/>
                  </a:schemeClr>
                </a:gs>
              </a:gsLst>
              <a:lin ang="5400000" scaled="0"/>
            </a:gradFill>
            <a:ln w="9525">
              <a:solidFill>
                <a:schemeClr val="accent2"/>
              </a:solidFill>
              <a:round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</c:spPr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lt1">
                      <a:lumMod val="8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6"/>
        <c:spPr>
          <a:gradFill rotWithShape="1">
            <a:gsLst>
              <a:gs pos="0">
                <a:schemeClr val="accent1">
                  <a:satMod val="103000"/>
                  <a:lumMod val="102000"/>
                  <a:tint val="94000"/>
                </a:schemeClr>
              </a:gs>
              <a:gs pos="50000">
                <a:schemeClr val="accent1">
                  <a:satMod val="110000"/>
                  <a:lumMod val="100000"/>
                  <a:shade val="100000"/>
                </a:schemeClr>
              </a:gs>
              <a:gs pos="100000">
                <a:schemeClr val="accent1">
                  <a:lumMod val="99000"/>
                  <a:satMod val="120000"/>
                  <a:shade val="78000"/>
                </a:scheme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lt1">
                      <a:lumMod val="8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7"/>
        <c:spPr>
          <a:gradFill rotWithShape="1">
            <a:gsLst>
              <a:gs pos="0">
                <a:schemeClr val="accent1">
                  <a:satMod val="103000"/>
                  <a:lumMod val="102000"/>
                  <a:tint val="94000"/>
                </a:schemeClr>
              </a:gs>
              <a:gs pos="50000">
                <a:schemeClr val="accent1">
                  <a:satMod val="110000"/>
                  <a:lumMod val="100000"/>
                  <a:shade val="100000"/>
                </a:schemeClr>
              </a:gs>
              <a:gs pos="100000">
                <a:schemeClr val="accent1">
                  <a:lumMod val="99000"/>
                  <a:satMod val="120000"/>
                  <a:shade val="78000"/>
                </a:scheme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lt1">
                      <a:lumMod val="8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8"/>
        <c:spPr>
          <a:gradFill rotWithShape="1">
            <a:gsLst>
              <a:gs pos="0">
                <a:schemeClr val="accent1">
                  <a:satMod val="103000"/>
                  <a:lumMod val="102000"/>
                  <a:tint val="94000"/>
                </a:schemeClr>
              </a:gs>
              <a:gs pos="50000">
                <a:schemeClr val="accent1">
                  <a:satMod val="110000"/>
                  <a:lumMod val="100000"/>
                  <a:shade val="100000"/>
                </a:schemeClr>
              </a:gs>
              <a:gs pos="100000">
                <a:schemeClr val="accent1">
                  <a:lumMod val="99000"/>
                  <a:satMod val="120000"/>
                  <a:shade val="78000"/>
                </a:scheme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lt1">
                      <a:lumMod val="8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9"/>
        <c:spPr>
          <a:gradFill rotWithShape="1">
            <a:gsLst>
              <a:gs pos="0">
                <a:schemeClr val="accent1">
                  <a:satMod val="103000"/>
                  <a:lumMod val="102000"/>
                  <a:tint val="94000"/>
                </a:schemeClr>
              </a:gs>
              <a:gs pos="50000">
                <a:schemeClr val="accent1">
                  <a:satMod val="110000"/>
                  <a:lumMod val="100000"/>
                  <a:shade val="100000"/>
                </a:schemeClr>
              </a:gs>
              <a:gs pos="100000">
                <a:schemeClr val="accent1">
                  <a:lumMod val="99000"/>
                  <a:satMod val="120000"/>
                  <a:shade val="78000"/>
                </a:scheme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lt1">
                      <a:lumMod val="8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>
        <c:manualLayout>
          <c:layoutTarget val="inner"/>
          <c:xMode val="edge"/>
          <c:yMode val="edge"/>
          <c:x val="9.2562159773569672E-2"/>
          <c:y val="0.16620626151012891"/>
          <c:w val="0.87461153712825079"/>
          <c:h val="0.75256993083046941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Pivot!$F$7</c:f>
              <c:strCache>
                <c:ptCount val="1"/>
                <c:pt idx="0">
                  <c:v> Casual</c:v>
                </c:pt>
              </c:strCache>
            </c:strRef>
          </c:tx>
          <c:spPr>
            <a:gradFill rotWithShape="1">
              <a:gsLst>
                <a:gs pos="0">
                  <a:schemeClr val="accent1">
                    <a:satMod val="103000"/>
                    <a:lumMod val="102000"/>
                    <a:tint val="94000"/>
                  </a:schemeClr>
                </a:gs>
                <a:gs pos="50000">
                  <a:schemeClr val="accent1">
                    <a:satMod val="110000"/>
                    <a:lumMod val="100000"/>
                    <a:shade val="100000"/>
                  </a:schemeClr>
                </a:gs>
                <a:gs pos="100000">
                  <a:schemeClr val="accent1">
                    <a:lumMod val="99000"/>
                    <a:satMod val="120000"/>
                    <a:shade val="78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</c:spPr>
          <c:invertIfNegative val="0"/>
          <c:cat>
            <c:strRef>
              <c:f>Pivot!$E$8:$E$15</c:f>
              <c:strCache>
                <c:ptCount val="7"/>
                <c:pt idx="0">
                  <c:v>Monday</c:v>
                </c:pt>
                <c:pt idx="1">
                  <c:v>Tuesday</c:v>
                </c:pt>
                <c:pt idx="2">
                  <c:v>Wednesday</c:v>
                </c:pt>
                <c:pt idx="3">
                  <c:v>Thursday</c:v>
                </c:pt>
                <c:pt idx="4">
                  <c:v>Friday</c:v>
                </c:pt>
                <c:pt idx="5">
                  <c:v>Saturday</c:v>
                </c:pt>
                <c:pt idx="6">
                  <c:v>Sunday</c:v>
                </c:pt>
              </c:strCache>
            </c:strRef>
          </c:cat>
          <c:val>
            <c:numRef>
              <c:f>Pivot!$F$8:$F$15</c:f>
              <c:numCache>
                <c:formatCode>General</c:formatCode>
                <c:ptCount val="7"/>
                <c:pt idx="0">
                  <c:v>534</c:v>
                </c:pt>
                <c:pt idx="1">
                  <c:v>457</c:v>
                </c:pt>
                <c:pt idx="2">
                  <c:v>344</c:v>
                </c:pt>
                <c:pt idx="3">
                  <c:v>332</c:v>
                </c:pt>
                <c:pt idx="4">
                  <c:v>552</c:v>
                </c:pt>
                <c:pt idx="5">
                  <c:v>1225</c:v>
                </c:pt>
                <c:pt idx="6">
                  <c:v>1477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5BD-43F1-8DAC-FC663131C6E4}"/>
            </c:ext>
          </c:extLst>
        </c:ser>
        <c:ser>
          <c:idx val="1"/>
          <c:order val="1"/>
          <c:tx>
            <c:strRef>
              <c:f>Pivot!$G$7</c:f>
              <c:strCache>
                <c:ptCount val="1"/>
                <c:pt idx="0">
                  <c:v> Registered</c:v>
                </c:pt>
              </c:strCache>
            </c:strRef>
          </c:tx>
          <c:spPr>
            <a:gradFill rotWithShape="1">
              <a:gsLst>
                <a:gs pos="0">
                  <a:schemeClr val="accent2">
                    <a:satMod val="103000"/>
                    <a:lumMod val="102000"/>
                    <a:tint val="94000"/>
                  </a:schemeClr>
                </a:gs>
                <a:gs pos="50000">
                  <a:schemeClr val="accent2">
                    <a:satMod val="110000"/>
                    <a:lumMod val="100000"/>
                    <a:shade val="100000"/>
                  </a:schemeClr>
                </a:gs>
                <a:gs pos="100000">
                  <a:schemeClr val="accent2">
                    <a:lumMod val="99000"/>
                    <a:satMod val="120000"/>
                    <a:shade val="78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</c:spPr>
          <c:invertIfNegative val="0"/>
          <c:cat>
            <c:strRef>
              <c:f>Pivot!$E$8:$E$15</c:f>
              <c:strCache>
                <c:ptCount val="7"/>
                <c:pt idx="0">
                  <c:v>Monday</c:v>
                </c:pt>
                <c:pt idx="1">
                  <c:v>Tuesday</c:v>
                </c:pt>
                <c:pt idx="2">
                  <c:v>Wednesday</c:v>
                </c:pt>
                <c:pt idx="3">
                  <c:v>Thursday</c:v>
                </c:pt>
                <c:pt idx="4">
                  <c:v>Friday</c:v>
                </c:pt>
                <c:pt idx="5">
                  <c:v>Saturday</c:v>
                </c:pt>
                <c:pt idx="6">
                  <c:v>Sunday</c:v>
                </c:pt>
              </c:strCache>
            </c:strRef>
          </c:cat>
          <c:val>
            <c:numRef>
              <c:f>Pivot!$G$8:$G$15</c:f>
              <c:numCache>
                <c:formatCode>General</c:formatCode>
                <c:ptCount val="7"/>
                <c:pt idx="0">
                  <c:v>7916</c:v>
                </c:pt>
                <c:pt idx="1">
                  <c:v>7926</c:v>
                </c:pt>
                <c:pt idx="2">
                  <c:v>7705</c:v>
                </c:pt>
                <c:pt idx="3">
                  <c:v>8126</c:v>
                </c:pt>
                <c:pt idx="4">
                  <c:v>8543</c:v>
                </c:pt>
                <c:pt idx="5">
                  <c:v>6523</c:v>
                </c:pt>
                <c:pt idx="6">
                  <c:v>6644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5BD-43F1-8DAC-FC663131C6E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-24"/>
        <c:axId val="211828352"/>
        <c:axId val="211829312"/>
      </c:barChart>
      <c:catAx>
        <c:axId val="21182835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12700" cap="flat" cmpd="sng" algn="ctr">
            <a:solidFill>
              <a:schemeClr val="lt1">
                <a:lumMod val="95000"/>
                <a:alpha val="54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lt1">
                    <a:lumMod val="8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11829312"/>
        <c:crosses val="autoZero"/>
        <c:auto val="1"/>
        <c:lblAlgn val="ctr"/>
        <c:lblOffset val="100"/>
        <c:noMultiLvlLbl val="0"/>
      </c:catAx>
      <c:valAx>
        <c:axId val="211829312"/>
        <c:scaling>
          <c:orientation val="minMax"/>
          <c:max val="10000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lt1">
                    <a:lumMod val="8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1182835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layout>
        <c:manualLayout>
          <c:xMode val="edge"/>
          <c:yMode val="edge"/>
          <c:x val="0.33097379518416509"/>
          <c:y val="0.14471911660213743"/>
          <c:w val="0.36181769006015035"/>
          <c:h val="5.0179811777671439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lt1">
                  <a:lumMod val="8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gradFill flip="none" rotWithShape="1">
      <a:gsLst>
        <a:gs pos="0">
          <a:schemeClr val="dk1">
            <a:lumMod val="65000"/>
            <a:lumOff val="35000"/>
          </a:schemeClr>
        </a:gs>
        <a:gs pos="100000">
          <a:schemeClr val="dk1">
            <a:lumMod val="85000"/>
            <a:lumOff val="15000"/>
          </a:schemeClr>
        </a:gs>
      </a:gsLst>
      <a:path path="circle">
        <a:fillToRect l="50000" t="50000" r="50000" b="50000"/>
      </a:path>
      <a:tileRect/>
    </a:gradFill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  <c14:dropZoneSeries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[FinalDashboard.xlsx]Pivot!PivotTable16</c:name>
    <c:fmtId val="18"/>
  </c:pivotSource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1" i="0" u="none" strike="noStrike" kern="1200" spc="100" baseline="0">
                <a:solidFill>
                  <a:schemeClr val="lt1">
                    <a:lumMod val="95000"/>
                  </a:schemeClr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+mn-lt"/>
                <a:ea typeface="+mn-ea"/>
                <a:cs typeface="+mn-cs"/>
              </a:defRPr>
            </a:pPr>
            <a:r>
              <a:rPr lang="en-IN"/>
              <a:t>Holiday</a:t>
            </a:r>
            <a:r>
              <a:rPr lang="en-IN" baseline="0"/>
              <a:t> VS Working Day</a:t>
            </a:r>
            <a:endParaRPr lang="en-IN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1" i="0" u="none" strike="noStrike" kern="1200" spc="100" baseline="0">
              <a:solidFill>
                <a:schemeClr val="lt1">
                  <a:lumMod val="95000"/>
                </a:schemeClr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  <a:latin typeface="+mn-lt"/>
              <a:ea typeface="+mn-ea"/>
              <a:cs typeface="+mn-cs"/>
            </a:defRPr>
          </a:pPr>
          <a:endParaRPr lang="en-IN"/>
        </a:p>
      </c:txPr>
    </c:title>
    <c:autoTitleDeleted val="0"/>
    <c:pivotFmts>
      <c:pivotFmt>
        <c:idx val="0"/>
        <c:spPr>
          <a:gradFill rotWithShape="1">
            <a:gsLst>
              <a:gs pos="0">
                <a:schemeClr val="accent1">
                  <a:satMod val="103000"/>
                  <a:lumMod val="102000"/>
                  <a:tint val="94000"/>
                </a:schemeClr>
              </a:gs>
              <a:gs pos="50000">
                <a:schemeClr val="accent1">
                  <a:satMod val="110000"/>
                  <a:lumMod val="100000"/>
                  <a:shade val="100000"/>
                </a:schemeClr>
              </a:gs>
              <a:gs pos="100000">
                <a:schemeClr val="accent1">
                  <a:lumMod val="99000"/>
                  <a:satMod val="120000"/>
                  <a:shade val="78000"/>
                </a:scheme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  <a:sp3d/>
        </c:spPr>
        <c:marker>
          <c:symbol val="circle"/>
          <c:size val="6"/>
          <c:spPr>
            <a:gradFill rotWithShape="1">
              <a:gsLst>
                <a:gs pos="0">
                  <a:schemeClr val="accent1">
                    <a:satMod val="103000"/>
                    <a:lumMod val="102000"/>
                    <a:tint val="94000"/>
                  </a:schemeClr>
                </a:gs>
                <a:gs pos="50000">
                  <a:schemeClr val="accent1">
                    <a:satMod val="110000"/>
                    <a:lumMod val="100000"/>
                    <a:shade val="100000"/>
                  </a:schemeClr>
                </a:gs>
                <a:gs pos="100000">
                  <a:schemeClr val="accent1">
                    <a:lumMod val="99000"/>
                    <a:satMod val="120000"/>
                    <a:shade val="78000"/>
                  </a:schemeClr>
                </a:gs>
              </a:gsLst>
              <a:lin ang="5400000" scaled="0"/>
            </a:gradFill>
            <a:ln w="9525">
              <a:solidFill>
                <a:schemeClr val="accent1"/>
              </a:solidFill>
              <a:round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</c:spPr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lt1">
                      <a:lumMod val="8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gradFill rotWithShape="1">
            <a:gsLst>
              <a:gs pos="0">
                <a:schemeClr val="accent1">
                  <a:satMod val="103000"/>
                  <a:lumMod val="102000"/>
                  <a:tint val="94000"/>
                </a:schemeClr>
              </a:gs>
              <a:gs pos="50000">
                <a:schemeClr val="accent1">
                  <a:satMod val="110000"/>
                  <a:lumMod val="100000"/>
                  <a:shade val="100000"/>
                </a:schemeClr>
              </a:gs>
              <a:gs pos="100000">
                <a:schemeClr val="accent1">
                  <a:lumMod val="99000"/>
                  <a:satMod val="120000"/>
                  <a:shade val="78000"/>
                </a:scheme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  <a:sp3d/>
        </c:spPr>
        <c:marker>
          <c:symbol val="circle"/>
          <c:size val="6"/>
          <c:spPr>
            <a:gradFill rotWithShape="1">
              <a:gsLst>
                <a:gs pos="0">
                  <a:schemeClr val="accent2">
                    <a:satMod val="103000"/>
                    <a:lumMod val="102000"/>
                    <a:tint val="94000"/>
                  </a:schemeClr>
                </a:gs>
                <a:gs pos="50000">
                  <a:schemeClr val="accent2">
                    <a:satMod val="110000"/>
                    <a:lumMod val="100000"/>
                    <a:shade val="100000"/>
                  </a:schemeClr>
                </a:gs>
                <a:gs pos="100000">
                  <a:schemeClr val="accent2">
                    <a:lumMod val="99000"/>
                    <a:satMod val="120000"/>
                    <a:shade val="78000"/>
                  </a:schemeClr>
                </a:gs>
              </a:gsLst>
              <a:lin ang="5400000" scaled="0"/>
            </a:gradFill>
            <a:ln w="9525">
              <a:solidFill>
                <a:schemeClr val="accent2"/>
              </a:solidFill>
              <a:round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</c:spPr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lt1">
                      <a:lumMod val="8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gradFill rotWithShape="1">
            <a:gsLst>
              <a:gs pos="0">
                <a:schemeClr val="accent1">
                  <a:satMod val="103000"/>
                  <a:lumMod val="102000"/>
                  <a:tint val="94000"/>
                </a:schemeClr>
              </a:gs>
              <a:gs pos="50000">
                <a:schemeClr val="accent1">
                  <a:satMod val="110000"/>
                  <a:lumMod val="100000"/>
                  <a:shade val="100000"/>
                </a:schemeClr>
              </a:gs>
              <a:gs pos="100000">
                <a:schemeClr val="accent1">
                  <a:lumMod val="99000"/>
                  <a:satMod val="120000"/>
                  <a:shade val="78000"/>
                </a:scheme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  <a:sp3d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lt1">
                      <a:lumMod val="8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"/>
        <c:spPr>
          <a:gradFill rotWithShape="1">
            <a:gsLst>
              <a:gs pos="0">
                <a:schemeClr val="accent1">
                  <a:satMod val="103000"/>
                  <a:lumMod val="102000"/>
                  <a:tint val="94000"/>
                </a:schemeClr>
              </a:gs>
              <a:gs pos="50000">
                <a:schemeClr val="accent1">
                  <a:satMod val="110000"/>
                  <a:lumMod val="100000"/>
                  <a:shade val="100000"/>
                </a:schemeClr>
              </a:gs>
              <a:gs pos="100000">
                <a:schemeClr val="accent1">
                  <a:lumMod val="99000"/>
                  <a:satMod val="120000"/>
                  <a:shade val="78000"/>
                </a:scheme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  <a:sp3d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lt1">
                      <a:lumMod val="8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"/>
        <c:spPr>
          <a:gradFill rotWithShape="1">
            <a:gsLst>
              <a:gs pos="0">
                <a:schemeClr val="accent1">
                  <a:satMod val="103000"/>
                  <a:lumMod val="102000"/>
                  <a:tint val="94000"/>
                </a:schemeClr>
              </a:gs>
              <a:gs pos="50000">
                <a:schemeClr val="accent1">
                  <a:satMod val="110000"/>
                  <a:lumMod val="100000"/>
                  <a:shade val="100000"/>
                </a:schemeClr>
              </a:gs>
              <a:gs pos="100000">
                <a:schemeClr val="accent1">
                  <a:lumMod val="99000"/>
                  <a:satMod val="120000"/>
                  <a:shade val="78000"/>
                </a:scheme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  <a:sp3d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lt1">
                      <a:lumMod val="8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"/>
        <c:spPr>
          <a:gradFill rotWithShape="1">
            <a:gsLst>
              <a:gs pos="0">
                <a:schemeClr val="accent1">
                  <a:satMod val="103000"/>
                  <a:lumMod val="102000"/>
                  <a:tint val="94000"/>
                </a:schemeClr>
              </a:gs>
              <a:gs pos="50000">
                <a:schemeClr val="accent1">
                  <a:satMod val="110000"/>
                  <a:lumMod val="100000"/>
                  <a:shade val="100000"/>
                </a:schemeClr>
              </a:gs>
              <a:gs pos="100000">
                <a:schemeClr val="accent1">
                  <a:lumMod val="99000"/>
                  <a:satMod val="120000"/>
                  <a:shade val="78000"/>
                </a:scheme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  <a:sp3d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lt1">
                      <a:lumMod val="8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6"/>
        <c:spPr>
          <a:gradFill rotWithShape="1">
            <a:gsLst>
              <a:gs pos="0">
                <a:schemeClr val="accent1">
                  <a:satMod val="103000"/>
                  <a:lumMod val="102000"/>
                  <a:tint val="94000"/>
                </a:schemeClr>
              </a:gs>
              <a:gs pos="50000">
                <a:schemeClr val="accent1">
                  <a:satMod val="110000"/>
                  <a:lumMod val="100000"/>
                  <a:shade val="100000"/>
                </a:schemeClr>
              </a:gs>
              <a:gs pos="100000">
                <a:schemeClr val="accent1">
                  <a:lumMod val="99000"/>
                  <a:satMod val="120000"/>
                  <a:shade val="78000"/>
                </a:scheme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  <a:sp3d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lt1">
                      <a:lumMod val="8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7"/>
        <c:spPr>
          <a:gradFill rotWithShape="1">
            <a:gsLst>
              <a:gs pos="0">
                <a:schemeClr val="accent1">
                  <a:satMod val="103000"/>
                  <a:lumMod val="102000"/>
                  <a:tint val="94000"/>
                </a:schemeClr>
              </a:gs>
              <a:gs pos="50000">
                <a:schemeClr val="accent1">
                  <a:satMod val="110000"/>
                  <a:lumMod val="100000"/>
                  <a:shade val="100000"/>
                </a:schemeClr>
              </a:gs>
              <a:gs pos="100000">
                <a:schemeClr val="accent1">
                  <a:lumMod val="99000"/>
                  <a:satMod val="120000"/>
                  <a:shade val="78000"/>
                </a:scheme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  <a:sp3d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lt1">
                      <a:lumMod val="8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8"/>
        <c:spPr>
          <a:gradFill rotWithShape="1">
            <a:gsLst>
              <a:gs pos="0">
                <a:schemeClr val="accent1">
                  <a:satMod val="103000"/>
                  <a:lumMod val="102000"/>
                  <a:tint val="94000"/>
                </a:schemeClr>
              </a:gs>
              <a:gs pos="50000">
                <a:schemeClr val="accent1">
                  <a:satMod val="110000"/>
                  <a:lumMod val="100000"/>
                  <a:shade val="100000"/>
                </a:schemeClr>
              </a:gs>
              <a:gs pos="100000">
                <a:schemeClr val="accent1">
                  <a:lumMod val="99000"/>
                  <a:satMod val="120000"/>
                  <a:shade val="78000"/>
                </a:scheme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  <a:sp3d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lt1">
                      <a:lumMod val="8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9"/>
        <c:spPr>
          <a:gradFill rotWithShape="1">
            <a:gsLst>
              <a:gs pos="0">
                <a:schemeClr val="accent1">
                  <a:satMod val="103000"/>
                  <a:lumMod val="102000"/>
                  <a:tint val="94000"/>
                </a:schemeClr>
              </a:gs>
              <a:gs pos="50000">
                <a:schemeClr val="accent1">
                  <a:satMod val="110000"/>
                  <a:lumMod val="100000"/>
                  <a:shade val="100000"/>
                </a:schemeClr>
              </a:gs>
              <a:gs pos="100000">
                <a:schemeClr val="accent1">
                  <a:lumMod val="99000"/>
                  <a:satMod val="120000"/>
                  <a:shade val="78000"/>
                </a:scheme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  <a:sp3d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lt1">
                      <a:lumMod val="8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view3D>
      <c:rotX val="15"/>
      <c:rotY val="2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8.9123341430071931E-2"/>
          <c:y val="5.1539488582177079E-2"/>
          <c:w val="0.89822165451917579"/>
          <c:h val="0.83141901825575171"/>
        </c:manualLayout>
      </c:layout>
      <c:bar3DChart>
        <c:barDir val="col"/>
        <c:grouping val="clustered"/>
        <c:varyColors val="0"/>
        <c:ser>
          <c:idx val="0"/>
          <c:order val="0"/>
          <c:tx>
            <c:strRef>
              <c:f>Pivot!$F$20</c:f>
              <c:strCache>
                <c:ptCount val="1"/>
                <c:pt idx="0">
                  <c:v> Casual</c:v>
                </c:pt>
              </c:strCache>
            </c:strRef>
          </c:tx>
          <c:spPr>
            <a:gradFill rotWithShape="1">
              <a:gsLst>
                <a:gs pos="0">
                  <a:schemeClr val="accent1">
                    <a:satMod val="103000"/>
                    <a:lumMod val="102000"/>
                    <a:tint val="94000"/>
                  </a:schemeClr>
                </a:gs>
                <a:gs pos="50000">
                  <a:schemeClr val="accent1">
                    <a:satMod val="110000"/>
                    <a:lumMod val="100000"/>
                    <a:shade val="100000"/>
                  </a:schemeClr>
                </a:gs>
                <a:gs pos="100000">
                  <a:schemeClr val="accent1">
                    <a:lumMod val="99000"/>
                    <a:satMod val="120000"/>
                    <a:shade val="78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  <a:sp3d/>
          </c:spPr>
          <c:invertIfNegative val="0"/>
          <c:cat>
            <c:strRef>
              <c:f>Pivot!$E$21:$E$23</c:f>
              <c:strCache>
                <c:ptCount val="2"/>
                <c:pt idx="0">
                  <c:v>Holiday</c:v>
                </c:pt>
                <c:pt idx="1">
                  <c:v>Working days</c:v>
                </c:pt>
              </c:strCache>
            </c:strRef>
          </c:cat>
          <c:val>
            <c:numRef>
              <c:f>Pivot!$F$21:$F$23</c:f>
              <c:numCache>
                <c:formatCode>General</c:formatCode>
                <c:ptCount val="2"/>
                <c:pt idx="0">
                  <c:v>1477</c:v>
                </c:pt>
                <c:pt idx="1">
                  <c:v>3444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004-4191-8E99-3862C2CA191F}"/>
            </c:ext>
          </c:extLst>
        </c:ser>
        <c:ser>
          <c:idx val="1"/>
          <c:order val="1"/>
          <c:tx>
            <c:strRef>
              <c:f>Pivot!$G$20</c:f>
              <c:strCache>
                <c:ptCount val="1"/>
                <c:pt idx="0">
                  <c:v> Registered</c:v>
                </c:pt>
              </c:strCache>
            </c:strRef>
          </c:tx>
          <c:spPr>
            <a:gradFill rotWithShape="1">
              <a:gsLst>
                <a:gs pos="0">
                  <a:schemeClr val="accent2">
                    <a:satMod val="103000"/>
                    <a:lumMod val="102000"/>
                    <a:tint val="94000"/>
                  </a:schemeClr>
                </a:gs>
                <a:gs pos="50000">
                  <a:schemeClr val="accent2">
                    <a:satMod val="110000"/>
                    <a:lumMod val="100000"/>
                    <a:shade val="100000"/>
                  </a:schemeClr>
                </a:gs>
                <a:gs pos="100000">
                  <a:schemeClr val="accent2">
                    <a:lumMod val="99000"/>
                    <a:satMod val="120000"/>
                    <a:shade val="78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  <a:sp3d/>
          </c:spPr>
          <c:invertIfNegative val="0"/>
          <c:cat>
            <c:strRef>
              <c:f>Pivot!$E$21:$E$23</c:f>
              <c:strCache>
                <c:ptCount val="2"/>
                <c:pt idx="0">
                  <c:v>Holiday</c:v>
                </c:pt>
                <c:pt idx="1">
                  <c:v>Working days</c:v>
                </c:pt>
              </c:strCache>
            </c:strRef>
          </c:cat>
          <c:val>
            <c:numRef>
              <c:f>Pivot!$G$21:$G$23</c:f>
              <c:numCache>
                <c:formatCode>General</c:formatCode>
                <c:ptCount val="2"/>
                <c:pt idx="0">
                  <c:v>6644</c:v>
                </c:pt>
                <c:pt idx="1">
                  <c:v>46739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004-4191-8E99-3862C2CA191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shape val="box"/>
        <c:axId val="630011168"/>
        <c:axId val="630011648"/>
        <c:axId val="0"/>
      </c:bar3DChart>
      <c:catAx>
        <c:axId val="63001116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12700" cap="flat" cmpd="sng" algn="ctr">
            <a:solidFill>
              <a:schemeClr val="lt1">
                <a:lumMod val="95000"/>
                <a:alpha val="54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lt1">
                    <a:lumMod val="8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630011648"/>
        <c:crosses val="autoZero"/>
        <c:auto val="1"/>
        <c:lblAlgn val="ctr"/>
        <c:lblOffset val="100"/>
        <c:noMultiLvlLbl val="0"/>
      </c:catAx>
      <c:valAx>
        <c:axId val="630011648"/>
        <c:scaling>
          <c:orientation val="minMax"/>
          <c:max val="60000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lt1">
                    <a:lumMod val="8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63001116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layout>
        <c:manualLayout>
          <c:xMode val="edge"/>
          <c:yMode val="edge"/>
          <c:x val="0.29733200816334265"/>
          <c:y val="0.14414528749405561"/>
          <c:w val="0.40078730968032394"/>
          <c:h val="8.3864376990145525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lt1">
                  <a:lumMod val="8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gradFill flip="none" rotWithShape="1">
      <a:gsLst>
        <a:gs pos="0">
          <a:schemeClr val="dk1">
            <a:lumMod val="65000"/>
            <a:lumOff val="35000"/>
          </a:schemeClr>
        </a:gs>
        <a:gs pos="100000">
          <a:schemeClr val="dk1">
            <a:lumMod val="85000"/>
            <a:lumOff val="15000"/>
          </a:schemeClr>
        </a:gs>
      </a:gsLst>
      <a:path path="circle">
        <a:fillToRect l="50000" t="50000" r="50000" b="50000"/>
      </a:path>
      <a:tileRect/>
    </a:gradFill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  <c14:dropZoneSeries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9">
  <cs:axisTitle>
    <cs:lnRef idx="0"/>
    <cs:fillRef idx="0"/>
    <cs:effectRef idx="0"/>
    <cs:fontRef idx="minor">
      <a:schemeClr val="lt1">
        <a:lumMod val="85000"/>
      </a:schemeClr>
    </cs:fontRef>
    <cs:defRPr sz="900" b="1" kern="1200" cap="all"/>
  </cs:axisTitle>
  <cs:categoryAxis>
    <cs:lnRef idx="0"/>
    <cs:fillRef idx="0"/>
    <cs:effectRef idx="0"/>
    <cs:fontRef idx="minor">
      <a:schemeClr val="lt1">
        <a:lumMod val="85000"/>
      </a:schemeClr>
    </cs:fontRef>
    <cs:spPr>
      <a:ln w="12700" cap="flat" cmpd="sng" algn="ctr">
        <a:solidFill>
          <a:schemeClr val="lt1">
            <a:lumMod val="95000"/>
            <a:alpha val="54000"/>
          </a:schemeClr>
        </a:solidFill>
        <a:round/>
      </a:ln>
    </cs:spPr>
    <cs:defRPr sz="900" kern="1200"/>
  </cs:categoryAxis>
  <cs:chartArea>
    <cs:lnRef idx="0"/>
    <cs:fillRef idx="0"/>
    <cs:effectRef idx="0"/>
    <cs:fontRef idx="minor">
      <a:schemeClr val="dk1"/>
    </cs:fontRef>
    <cs:spPr>
      <a:gradFill flip="none" rotWithShape="1">
        <a:gsLst>
          <a:gs pos="0">
            <a:schemeClr val="dk1">
              <a:lumMod val="65000"/>
              <a:lumOff val="35000"/>
            </a:schemeClr>
          </a:gs>
          <a:gs pos="100000">
            <a:schemeClr val="dk1">
              <a:lumMod val="85000"/>
              <a:lumOff val="15000"/>
            </a:schemeClr>
          </a:gs>
        </a:gsLst>
        <a:path path="circle">
          <a:fillToRect l="50000" t="50000" r="50000" b="50000"/>
        </a:path>
        <a:tileRect/>
      </a:gradFill>
    </cs:spPr>
    <cs:defRPr sz="1000" kern="1200"/>
  </cs:chartArea>
  <cs:dataLabel>
    <cs:lnRef idx="0"/>
    <cs:fillRef idx="0"/>
    <cs:effectRef idx="0"/>
    <cs:fontRef idx="minor">
      <a:schemeClr val="lt1">
        <a:lumMod val="8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lt1"/>
    </cs:fontRef>
  </cs:dataPoint>
  <cs:dataPoint3D>
    <cs:lnRef idx="0"/>
    <cs:fillRef idx="3">
      <cs:styleClr val="auto"/>
    </cs:fillRef>
    <cs:effectRef idx="3"/>
    <cs:fontRef idx="minor">
      <a:schemeClr val="lt1"/>
    </cs:fontRef>
  </cs:dataPoint3D>
  <cs:dataPointLine>
    <cs:lnRef idx="0">
      <cs:styleClr val="auto"/>
    </cs:lnRef>
    <cs:fillRef idx="3"/>
    <cs:effectRef idx="3"/>
    <cs:fontRef idx="minor">
      <a:schemeClr val="lt1"/>
    </cs:fontRef>
    <cs:spPr>
      <a:ln w="349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lt1"/>
    </cs:fontRef>
    <cs:spPr>
      <a:ln w="9525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3"/>
    <cs:fontRef idx="minor">
      <a:schemeClr val="lt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lt1">
        <a:lumMod val="85000"/>
      </a:schemeClr>
    </cs:fontRef>
    <cs:spPr>
      <a:ln w="9525">
        <a:solidFill>
          <a:schemeClr val="lt1">
            <a:lumMod val="95000"/>
            <a:alpha val="54000"/>
          </a:schemeClr>
        </a:solidFill>
      </a:ln>
    </cs:spPr>
    <cs:defRPr sz="900" kern="1200"/>
  </cs:dataTable>
  <cs:downBar>
    <cs:lnRef idx="0"/>
    <cs:fillRef idx="0"/>
    <cs:effectRef idx="0"/>
    <cs:fontRef idx="minor">
      <a:schemeClr val="lt1"/>
    </cs:fontRef>
    <cs:spPr>
      <a:solidFill>
        <a:schemeClr val="dk1">
          <a:lumMod val="75000"/>
          <a:lumOff val="25000"/>
        </a:schemeClr>
      </a:solidFill>
      <a:ln w="9525">
        <a:solidFill>
          <a:schemeClr val="lt1">
            <a:lumMod val="95000"/>
            <a:alpha val="54000"/>
          </a:schemeClr>
        </a:solidFill>
      </a:ln>
    </cs:spPr>
  </cs:downBar>
  <cs:dropLine>
    <cs:lnRef idx="0"/>
    <cs:fillRef idx="0"/>
    <cs:effectRef idx="0"/>
    <cs:fontRef idx="minor">
      <a:schemeClr val="lt1"/>
    </cs:fontRef>
    <cs:spPr>
      <a:ln w="9525">
        <a:solidFill>
          <a:schemeClr val="lt1">
            <a:lumMod val="95000"/>
            <a:alpha val="54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lt1"/>
    </cs:fontRef>
    <cs:spPr>
      <a:ln w="9525" cap="flat" cmpd="sng" algn="ctr">
        <a:solidFill>
          <a:schemeClr val="lt1">
            <a:lumMod val="95000"/>
          </a:schemeClr>
        </a:solidFill>
        <a:round/>
      </a:ln>
    </cs:spPr>
  </cs:errorBar>
  <cs:floor>
    <cs:lnRef idx="0"/>
    <cs:fillRef idx="0"/>
    <cs:effectRef idx="0"/>
    <cs:fontRef idx="minor">
      <a:schemeClr val="lt1"/>
    </cs:fontRef>
  </cs:floor>
  <cs:gridlineMajor>
    <cs:lnRef idx="0"/>
    <cs:fillRef idx="0"/>
    <cs:effectRef idx="0"/>
    <cs:fontRef idx="minor">
      <a:schemeClr val="lt1"/>
    </cs:fontRef>
    <cs:spPr>
      <a:ln w="9525" cap="flat" cmpd="sng" algn="ctr">
        <a:solidFill>
          <a:schemeClr val="lt1">
            <a:lumMod val="95000"/>
            <a:alpha val="10000"/>
          </a:schemeClr>
        </a:solidFill>
        <a:round/>
      </a:ln>
    </cs:spPr>
  </cs:gridlineMajor>
  <cs:gridlineMinor>
    <cs:lnRef idx="0"/>
    <cs:fillRef idx="0"/>
    <cs:effectRef idx="0"/>
    <cs:fontRef idx="minor">
      <a:schemeClr val="lt1"/>
    </cs:fontRef>
    <cs:spPr>
      <a:ln>
        <a:solidFill>
          <a:schemeClr val="lt1">
            <a:lumMod val="95000"/>
            <a:alpha val="5000"/>
          </a:schemeClr>
        </a:solidFill>
      </a:ln>
    </cs:spPr>
  </cs:gridlineMinor>
  <cs:hiLoLine>
    <cs:lnRef idx="0"/>
    <cs:fillRef idx="0"/>
    <cs:effectRef idx="0"/>
    <cs:fontRef idx="minor">
      <a:schemeClr val="lt1"/>
    </cs:fontRef>
    <cs:spPr>
      <a:ln w="9525">
        <a:solidFill>
          <a:schemeClr val="lt1">
            <a:lumMod val="95000"/>
            <a:alpha val="54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lt1"/>
    </cs:fontRef>
    <cs:spPr>
      <a:ln w="9525">
        <a:solidFill>
          <a:schemeClr val="lt1">
            <a:lumMod val="95000"/>
            <a:alpha val="54000"/>
          </a:schemeClr>
        </a:solidFill>
      </a:ln>
    </cs:spPr>
  </cs:leaderLine>
  <cs:legend>
    <cs:lnRef idx="0"/>
    <cs:fillRef idx="0"/>
    <cs:effectRef idx="0"/>
    <cs:fontRef idx="minor">
      <a:schemeClr val="lt1">
        <a:lumMod val="85000"/>
      </a:schemeClr>
    </cs:fontRef>
    <cs:defRPr sz="900" kern="1200"/>
  </cs:legend>
  <cs:plotArea>
    <cs:lnRef idx="0"/>
    <cs:fillRef idx="0"/>
    <cs:effectRef idx="0"/>
    <cs:fontRef idx="minor">
      <a:schemeClr val="lt1"/>
    </cs:fontRef>
  </cs:plotArea>
  <cs:plotArea3D>
    <cs:lnRef idx="0"/>
    <cs:fillRef idx="0"/>
    <cs:effectRef idx="0"/>
    <cs:fontRef idx="minor">
      <a:schemeClr val="lt1"/>
    </cs:fontRef>
  </cs:plotArea3D>
  <cs:seriesAxis>
    <cs:lnRef idx="0"/>
    <cs:fillRef idx="0"/>
    <cs:effectRef idx="0"/>
    <cs:fontRef idx="minor">
      <a:schemeClr val="lt1">
        <a:lumMod val="85000"/>
      </a:schemeClr>
    </cs:fontRef>
    <cs:spPr>
      <a:ln w="12700" cap="flat" cmpd="sng" algn="ctr">
        <a:solidFill>
          <a:schemeClr val="lt1">
            <a:lumMod val="95000"/>
            <a:alpha val="54000"/>
          </a:schemeClr>
        </a:solidFill>
        <a:round/>
      </a:ln>
    </cs:spPr>
    <cs:defRPr sz="900" kern="1200"/>
  </cs:seriesAxis>
  <cs:seriesLine>
    <cs:lnRef idx="0"/>
    <cs:fillRef idx="0"/>
    <cs:effectRef idx="0"/>
    <cs:fontRef idx="minor">
      <a:schemeClr val="lt1"/>
    </cs:fontRef>
    <cs:spPr>
      <a:ln w="9525" cap="flat" cmpd="sng" algn="ctr">
        <a:solidFill>
          <a:schemeClr val="lt1">
            <a:lumMod val="95000"/>
            <a:alpha val="54000"/>
          </a:schemeClr>
        </a:solidFill>
        <a:round/>
      </a:ln>
    </cs:spPr>
  </cs:seriesLine>
  <cs:title>
    <cs:lnRef idx="0"/>
    <cs:fillRef idx="0"/>
    <cs:effectRef idx="0"/>
    <cs:fontRef idx="minor">
      <a:schemeClr val="lt1">
        <a:lumMod val="95000"/>
      </a:schemeClr>
    </cs:fontRef>
    <cs:defRPr sz="1600" b="1" kern="1200" spc="100" baseline="0">
      <a:effectLst>
        <a:outerShdw blurRad="50800" dist="38100" dir="5400000" algn="t" rotWithShape="0">
          <a:prstClr val="black">
            <a:alpha val="40000"/>
          </a:prstClr>
        </a:outerShdw>
      </a:effectLst>
    </cs:defRPr>
  </cs:title>
  <cs:trendline>
    <cs:lnRef idx="0">
      <cs:styleClr val="auto"/>
    </cs:lnRef>
    <cs:fillRef idx="0"/>
    <cs:effectRef idx="0"/>
    <cs:fontRef idx="minor">
      <a:schemeClr val="lt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lt1">
        <a:lumMod val="85000"/>
      </a:schemeClr>
    </cs:fontRef>
    <cs:defRPr sz="900" kern="1200"/>
  </cs:trendlineLabel>
  <cs:upBar>
    <cs:lnRef idx="0"/>
    <cs:fillRef idx="0"/>
    <cs:effectRef idx="0"/>
    <cs:fontRef idx="minor">
      <a:schemeClr val="lt1"/>
    </cs:fontRef>
    <cs:spPr>
      <a:solidFill>
        <a:schemeClr val="lt1"/>
      </a:solidFill>
      <a:ln w="9525">
        <a:solidFill>
          <a:schemeClr val="lt1">
            <a:lumMod val="95000"/>
            <a:alpha val="54000"/>
          </a:schemeClr>
        </a:solidFill>
      </a:ln>
    </cs:spPr>
  </cs:upBar>
  <cs:valueAxis>
    <cs:lnRef idx="0"/>
    <cs:fillRef idx="0"/>
    <cs:effectRef idx="0"/>
    <cs:fontRef idx="minor">
      <a:schemeClr val="lt1">
        <a:lumMod val="85000"/>
      </a:schemeClr>
    </cs:fontRef>
    <cs:defRPr sz="900" kern="1200"/>
  </cs:valueAxis>
  <cs:wall>
    <cs:lnRef idx="0"/>
    <cs:fillRef idx="0"/>
    <cs:effectRef idx="0"/>
    <cs:fontRef idx="minor">
      <a:schemeClr val="lt1"/>
    </cs:fontRef>
  </cs:wall>
</cs:chartStyle>
</file>

<file path=ppt/charts/style2.xml><?xml version="1.0" encoding="utf-8"?>
<cs:chartStyle xmlns:cs="http://schemas.microsoft.com/office/drawing/2012/chartStyle" xmlns:a="http://schemas.openxmlformats.org/drawingml/2006/main" id="233">
  <cs:axisTitle>
    <cs:lnRef idx="0"/>
    <cs:fillRef idx="0"/>
    <cs:effectRef idx="0"/>
    <cs:fontRef idx="minor">
      <a:schemeClr val="lt1">
        <a:lumMod val="85000"/>
      </a:schemeClr>
    </cs:fontRef>
    <cs:defRPr sz="900" b="1" kern="1200" cap="all"/>
  </cs:axisTitle>
  <cs:categoryAxis>
    <cs:lnRef idx="0"/>
    <cs:fillRef idx="0"/>
    <cs:effectRef idx="0"/>
    <cs:fontRef idx="minor">
      <a:schemeClr val="lt1">
        <a:lumMod val="85000"/>
      </a:schemeClr>
    </cs:fontRef>
    <cs:spPr>
      <a:ln w="9525" cap="flat" cmpd="sng" algn="ctr">
        <a:solidFill>
          <a:schemeClr val="lt1">
            <a:lumMod val="95000"/>
            <a:alpha val="10000"/>
          </a:schemeClr>
        </a:solidFill>
        <a:round/>
      </a:ln>
    </cs:spPr>
    <cs:defRPr sz="900" kern="1200"/>
  </cs:categoryAxis>
  <cs:chartArea>
    <cs:lnRef idx="0"/>
    <cs:fillRef idx="0"/>
    <cs:effectRef idx="0"/>
    <cs:fontRef idx="minor">
      <a:schemeClr val="dk1"/>
    </cs:fontRef>
    <cs:spPr>
      <a:gradFill flip="none" rotWithShape="1">
        <a:gsLst>
          <a:gs pos="0">
            <a:schemeClr val="dk1">
              <a:lumMod val="65000"/>
              <a:lumOff val="35000"/>
            </a:schemeClr>
          </a:gs>
          <a:gs pos="100000">
            <a:schemeClr val="dk1">
              <a:lumMod val="85000"/>
              <a:lumOff val="15000"/>
            </a:schemeClr>
          </a:gs>
        </a:gsLst>
        <a:path path="circle">
          <a:fillToRect l="50000" t="50000" r="50000" b="50000"/>
        </a:path>
        <a:tileRect/>
      </a:gradFill>
    </cs:spPr>
    <cs:defRPr sz="1000" kern="1200"/>
  </cs:chartArea>
  <cs:dataLabel>
    <cs:lnRef idx="0"/>
    <cs:fillRef idx="0"/>
    <cs:effectRef idx="0"/>
    <cs:fontRef idx="minor">
      <a:schemeClr val="lt1">
        <a:lumMod val="8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tx1"/>
    </cs:fontRef>
  </cs:dataPoint>
  <cs:dataPoint3D>
    <cs:lnRef idx="0"/>
    <cs:fillRef idx="3">
      <cs:styleClr val="auto"/>
    </cs:fillRef>
    <cs:effectRef idx="3"/>
    <cs:fontRef idx="minor">
      <a:schemeClr val="tx1"/>
    </cs:fontRef>
  </cs:dataPoint3D>
  <cs:dataPointLine>
    <cs:lnRef idx="0">
      <cs:styleClr val="auto"/>
    </cs:lnRef>
    <cs:fillRef idx="3"/>
    <cs:effectRef idx="3"/>
    <cs:fontRef idx="minor">
      <a:schemeClr val="tx1"/>
    </cs:fontRef>
    <cs:spPr>
      <a:ln w="349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tx1"/>
    </cs:fontRef>
    <cs:spPr>
      <a:ln w="9525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3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lt1">
        <a:lumMod val="85000"/>
      </a:schemeClr>
    </cs:fontRef>
    <cs:spPr>
      <a:ln w="9525">
        <a:solidFill>
          <a:schemeClr val="lt1">
            <a:lumMod val="95000"/>
            <a:alpha val="54000"/>
          </a:schemeClr>
        </a:solidFill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>
        <a:solidFill>
          <a:schemeClr val="lt1">
            <a:lumMod val="95000"/>
            <a:alpha val="54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>
        <a:solidFill>
          <a:schemeClr val="lt1">
            <a:lumMod val="95000"/>
            <a:alpha val="54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5000"/>
            <a:alpha val="10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>
        <a:solidFill>
          <a:schemeClr val="lt1">
            <a:lumMod val="95000"/>
            <a:alpha val="5000"/>
          </a:schemeClr>
        </a:solidFill>
      </a:ln>
    </cs:spPr>
  </cs:gridlineMinor>
  <cs:hiLoLine>
    <cs:lnRef idx="0"/>
    <cs:fillRef idx="0"/>
    <cs:effectRef idx="0"/>
    <cs:fontRef idx="minor">
      <a:schemeClr val="tx1"/>
    </cs:fontRef>
    <cs:spPr>
      <a:ln w="9525">
        <a:solidFill>
          <a:schemeClr val="lt1">
            <a:lumMod val="95000"/>
            <a:alpha val="54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tx1"/>
    </cs:fontRef>
    <cs:spPr>
      <a:ln w="9525">
        <a:solidFill>
          <a:schemeClr val="lt1">
            <a:lumMod val="95000"/>
            <a:alpha val="54000"/>
          </a:schemeClr>
        </a:solidFill>
      </a:ln>
    </cs:spPr>
  </cs:leaderLine>
  <cs:legend>
    <cs:lnRef idx="0"/>
    <cs:fillRef idx="0"/>
    <cs:effectRef idx="0"/>
    <cs:fontRef idx="minor">
      <a:schemeClr val="lt1">
        <a:lumMod val="85000"/>
      </a:schemeClr>
    </cs:fontRef>
    <cs:defRPr sz="900" kern="1200"/>
  </cs:legend>
  <cs:plotArea>
    <cs:lnRef idx="0"/>
    <cs:fillRef idx="0"/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lt1">
        <a:lumMod val="85000"/>
      </a:schemeClr>
    </cs:fontRef>
    <cs:spPr>
      <a:ln w="12700" cap="flat" cmpd="sng" algn="ctr">
        <a:solidFill>
          <a:schemeClr val="lt1">
            <a:lumMod val="95000"/>
            <a:alpha val="54000"/>
          </a:schemeClr>
        </a:solidFill>
        <a:round/>
      </a:ln>
    </cs:spPr>
    <cs:defRPr sz="900" kern="1200"/>
  </cs:seriesAxis>
  <cs:seriesLine>
    <cs:lnRef idx="0"/>
    <cs:fillRef idx="0"/>
    <cs:effectRef idx="0"/>
    <cs:fontRef idx="minor">
      <a:schemeClr val="lt1"/>
    </cs:fontRef>
    <cs:spPr>
      <a:ln w="9525" cap="flat" cmpd="sng" algn="ctr">
        <a:solidFill>
          <a:schemeClr val="lt1">
            <a:lumMod val="95000"/>
            <a:alpha val="54000"/>
          </a:schemeClr>
        </a:solidFill>
        <a:round/>
      </a:ln>
    </cs:spPr>
  </cs:seriesLine>
  <cs:title>
    <cs:lnRef idx="0"/>
    <cs:fillRef idx="0"/>
    <cs:effectRef idx="0"/>
    <cs:fontRef idx="minor">
      <a:schemeClr val="lt1">
        <a:lumMod val="95000"/>
      </a:schemeClr>
    </cs:fontRef>
    <cs:defRPr sz="1600" b="1" kern="1200" spc="100" baseline="0">
      <a:effectLst>
        <a:outerShdw blurRad="50800" dist="38100" dir="5400000" algn="t" rotWithShape="0">
          <a:prstClr val="black">
            <a:alpha val="40000"/>
          </a:prstClr>
        </a:outerShdw>
      </a:effectLst>
    </cs:defRPr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lt1">
        <a:lumMod val="8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>
        <a:solidFill>
          <a:schemeClr val="lt1">
            <a:lumMod val="95000"/>
            <a:alpha val="54000"/>
          </a:schemeClr>
        </a:solidFill>
      </a:ln>
    </cs:spPr>
  </cs:upBar>
  <cs:valueAxis>
    <cs:lnRef idx="0"/>
    <cs:fillRef idx="0"/>
    <cs:effectRef idx="0"/>
    <cs:fontRef idx="minor">
      <a:schemeClr val="lt1">
        <a:lumMod val="85000"/>
      </a:schemeClr>
    </cs:fontRef>
    <cs:defRPr sz="900" kern="1200"/>
  </cs:valueAxis>
  <cs:wall>
    <cs:lnRef idx="0"/>
    <cs:fillRef idx="0"/>
    <cs:effectRef idx="0"/>
    <cs:fontRef idx="minor">
      <a:schemeClr val="tx1"/>
    </cs:fontRef>
  </cs:wall>
</cs:chartStyle>
</file>

<file path=ppt/charts/style3.xml><?xml version="1.0" encoding="utf-8"?>
<cs:chartStyle xmlns:cs="http://schemas.microsoft.com/office/drawing/2012/chartStyle" xmlns:a="http://schemas.openxmlformats.org/drawingml/2006/main" id="257">
  <cs:axisTitle>
    <cs:lnRef idx="0"/>
    <cs:fillRef idx="0"/>
    <cs:effectRef idx="0"/>
    <cs:fontRef idx="minor">
      <a:schemeClr val="lt1">
        <a:lumMod val="85000"/>
      </a:schemeClr>
    </cs:fontRef>
    <cs:defRPr sz="900" b="1" kern="1200" cap="all"/>
  </cs:axisTitle>
  <cs:categoryAxis>
    <cs:lnRef idx="0"/>
    <cs:fillRef idx="0"/>
    <cs:effectRef idx="0"/>
    <cs:fontRef idx="minor">
      <a:schemeClr val="lt1">
        <a:lumMod val="85000"/>
      </a:schemeClr>
    </cs:fontRef>
    <cs:spPr>
      <a:ln w="12700" cap="flat" cmpd="sng" algn="ctr">
        <a:solidFill>
          <a:schemeClr val="lt1">
            <a:lumMod val="95000"/>
            <a:alpha val="54000"/>
          </a:schemeClr>
        </a:solidFill>
        <a:round/>
      </a:ln>
    </cs:spPr>
    <cs:defRPr sz="900" kern="1200"/>
  </cs:categoryAxis>
  <cs:chartArea>
    <cs:lnRef idx="0"/>
    <cs:fillRef idx="0"/>
    <cs:effectRef idx="0"/>
    <cs:fontRef idx="minor">
      <a:schemeClr val="dk1"/>
    </cs:fontRef>
    <cs:spPr>
      <a:gradFill flip="none" rotWithShape="1">
        <a:gsLst>
          <a:gs pos="0">
            <a:schemeClr val="dk1">
              <a:lumMod val="65000"/>
              <a:lumOff val="35000"/>
            </a:schemeClr>
          </a:gs>
          <a:gs pos="100000">
            <a:schemeClr val="dk1">
              <a:lumMod val="85000"/>
              <a:lumOff val="15000"/>
            </a:schemeClr>
          </a:gs>
        </a:gsLst>
        <a:path path="circle">
          <a:fillToRect l="50000" t="50000" r="50000" b="50000"/>
        </a:path>
        <a:tileRect/>
      </a:gradFill>
    </cs:spPr>
    <cs:defRPr sz="1000" kern="1200"/>
  </cs:chartArea>
  <cs:dataLabel>
    <cs:lnRef idx="0"/>
    <cs:fillRef idx="0"/>
    <cs:effectRef idx="0"/>
    <cs:fontRef idx="minor">
      <a:schemeClr val="lt1">
        <a:lumMod val="8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tx1"/>
    </cs:fontRef>
  </cs:dataPoint>
  <cs:dataPoint3D>
    <cs:lnRef idx="0"/>
    <cs:fillRef idx="3">
      <cs:styleClr val="auto"/>
    </cs:fillRef>
    <cs:effectRef idx="3"/>
    <cs:fontRef idx="minor">
      <a:schemeClr val="tx1"/>
    </cs:fontRef>
  </cs:dataPoint3D>
  <cs:dataPointLine>
    <cs:lnRef idx="0">
      <cs:styleClr val="auto"/>
    </cs:lnRef>
    <cs:fillRef idx="3"/>
    <cs:effectRef idx="3"/>
    <cs:fontRef idx="minor">
      <a:schemeClr val="tx1"/>
    </cs:fontRef>
    <cs:spPr>
      <a:ln w="349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tx1"/>
    </cs:fontRef>
    <cs:spPr>
      <a:ln w="9525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3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lt1">
        <a:lumMod val="85000"/>
      </a:schemeClr>
    </cs:fontRef>
    <cs:spPr>
      <a:ln w="9525">
        <a:solidFill>
          <a:schemeClr val="lt1">
            <a:lumMod val="95000"/>
            <a:alpha val="54000"/>
          </a:schemeClr>
        </a:solidFill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>
        <a:solidFill>
          <a:schemeClr val="lt1">
            <a:lumMod val="95000"/>
            <a:alpha val="54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>
        <a:solidFill>
          <a:schemeClr val="lt1">
            <a:lumMod val="95000"/>
            <a:alpha val="54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5000"/>
            <a:alpha val="10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>
        <a:solidFill>
          <a:schemeClr val="lt1">
            <a:lumMod val="95000"/>
            <a:alpha val="5000"/>
          </a:schemeClr>
        </a:solidFill>
      </a:ln>
    </cs:spPr>
  </cs:gridlineMinor>
  <cs:hiLoLine>
    <cs:lnRef idx="0"/>
    <cs:fillRef idx="0"/>
    <cs:effectRef idx="0"/>
    <cs:fontRef idx="minor">
      <a:schemeClr val="tx1"/>
    </cs:fontRef>
    <cs:spPr>
      <a:ln w="9525">
        <a:solidFill>
          <a:schemeClr val="lt1">
            <a:lumMod val="95000"/>
            <a:alpha val="54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tx1"/>
    </cs:fontRef>
    <cs:spPr>
      <a:ln w="9525">
        <a:solidFill>
          <a:schemeClr val="lt1">
            <a:lumMod val="95000"/>
            <a:alpha val="54000"/>
          </a:schemeClr>
        </a:solidFill>
      </a:ln>
    </cs:spPr>
  </cs:leaderLine>
  <cs:legend>
    <cs:lnRef idx="0"/>
    <cs:fillRef idx="0"/>
    <cs:effectRef idx="0"/>
    <cs:fontRef idx="minor">
      <a:schemeClr val="lt1">
        <a:lumMod val="85000"/>
      </a:schemeClr>
    </cs:fontRef>
    <cs:defRPr sz="900" kern="1200"/>
  </cs:legend>
  <cs:plotArea>
    <cs:lnRef idx="0"/>
    <cs:fillRef idx="0"/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lt1">
        <a:lumMod val="85000"/>
      </a:schemeClr>
    </cs:fontRef>
    <cs:spPr>
      <a:ln w="12700" cap="flat" cmpd="sng" algn="ctr">
        <a:solidFill>
          <a:schemeClr val="lt1">
            <a:lumMod val="95000"/>
            <a:alpha val="54000"/>
          </a:schemeClr>
        </a:solidFill>
        <a:round/>
      </a:ln>
    </cs:spPr>
    <cs:defRPr sz="900" kern="1200"/>
  </cs:seriesAxis>
  <cs:seriesLine>
    <cs:lnRef idx="0"/>
    <cs:fillRef idx="0"/>
    <cs:effectRef idx="0"/>
    <cs:fontRef idx="minor">
      <a:schemeClr val="lt1"/>
    </cs:fontRef>
    <cs:spPr>
      <a:ln w="9525" cap="flat" cmpd="sng" algn="ctr">
        <a:solidFill>
          <a:schemeClr val="lt1">
            <a:lumMod val="95000"/>
            <a:alpha val="54000"/>
          </a:schemeClr>
        </a:solidFill>
        <a:round/>
      </a:ln>
    </cs:spPr>
  </cs:seriesLine>
  <cs:title>
    <cs:lnRef idx="0"/>
    <cs:fillRef idx="0"/>
    <cs:effectRef idx="0"/>
    <cs:fontRef idx="minor">
      <a:schemeClr val="lt1">
        <a:lumMod val="95000"/>
      </a:schemeClr>
    </cs:fontRef>
    <cs:defRPr sz="1600" b="1" kern="1200" spc="100" baseline="0">
      <a:effectLst>
        <a:outerShdw blurRad="50800" dist="38100" dir="5400000" algn="t" rotWithShape="0">
          <a:prstClr val="black">
            <a:alpha val="40000"/>
          </a:prstClr>
        </a:outerShdw>
      </a:effectLst>
    </cs:defRPr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lt1">
        <a:lumMod val="8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>
        <a:solidFill>
          <a:schemeClr val="lt1">
            <a:lumMod val="95000"/>
            <a:alpha val="54000"/>
          </a:schemeClr>
        </a:solidFill>
      </a:ln>
    </cs:spPr>
  </cs:upBar>
  <cs:valueAxis>
    <cs:lnRef idx="0"/>
    <cs:fillRef idx="0"/>
    <cs:effectRef idx="0"/>
    <cs:fontRef idx="minor">
      <a:schemeClr val="lt1">
        <a:lumMod val="85000"/>
      </a:schemeClr>
    </cs:fontRef>
    <cs:defRPr sz="900" kern="1200"/>
  </cs:valueAxis>
  <cs:wall>
    <cs:lnRef idx="0"/>
    <cs:fillRef idx="0"/>
    <cs:effectRef idx="0"/>
    <cs:fontRef idx="minor">
      <a:schemeClr val="tx1"/>
    </cs:fontRef>
  </cs:wall>
</cs:chartStyle>
</file>

<file path=ppt/charts/style4.xml><?xml version="1.0" encoding="utf-8"?>
<cs:chartStyle xmlns:cs="http://schemas.microsoft.com/office/drawing/2012/chartStyle" xmlns:a="http://schemas.openxmlformats.org/drawingml/2006/main" id="209">
  <cs:axisTitle>
    <cs:lnRef idx="0"/>
    <cs:fillRef idx="0"/>
    <cs:effectRef idx="0"/>
    <cs:fontRef idx="minor">
      <a:schemeClr val="lt1">
        <a:lumMod val="85000"/>
      </a:schemeClr>
    </cs:fontRef>
    <cs:defRPr sz="900" b="1" kern="1200" cap="all"/>
  </cs:axisTitle>
  <cs:categoryAxis>
    <cs:lnRef idx="0"/>
    <cs:fillRef idx="0"/>
    <cs:effectRef idx="0"/>
    <cs:fontRef idx="minor">
      <a:schemeClr val="lt1">
        <a:lumMod val="85000"/>
      </a:schemeClr>
    </cs:fontRef>
    <cs:spPr>
      <a:ln w="12700" cap="flat" cmpd="sng" algn="ctr">
        <a:solidFill>
          <a:schemeClr val="lt1">
            <a:lumMod val="95000"/>
            <a:alpha val="54000"/>
          </a:schemeClr>
        </a:solidFill>
        <a:round/>
      </a:ln>
    </cs:spPr>
    <cs:defRPr sz="900" kern="1200"/>
  </cs:categoryAxis>
  <cs:chartArea>
    <cs:lnRef idx="0"/>
    <cs:fillRef idx="0"/>
    <cs:effectRef idx="0"/>
    <cs:fontRef idx="minor">
      <a:schemeClr val="dk1"/>
    </cs:fontRef>
    <cs:spPr>
      <a:gradFill flip="none" rotWithShape="1">
        <a:gsLst>
          <a:gs pos="0">
            <a:schemeClr val="dk1">
              <a:lumMod val="65000"/>
              <a:lumOff val="35000"/>
            </a:schemeClr>
          </a:gs>
          <a:gs pos="100000">
            <a:schemeClr val="dk1">
              <a:lumMod val="85000"/>
              <a:lumOff val="15000"/>
            </a:schemeClr>
          </a:gs>
        </a:gsLst>
        <a:path path="circle">
          <a:fillToRect l="50000" t="50000" r="50000" b="50000"/>
        </a:path>
        <a:tileRect/>
      </a:gradFill>
    </cs:spPr>
    <cs:defRPr sz="1000" kern="1200"/>
  </cs:chartArea>
  <cs:dataLabel>
    <cs:lnRef idx="0"/>
    <cs:fillRef idx="0"/>
    <cs:effectRef idx="0"/>
    <cs:fontRef idx="minor">
      <a:schemeClr val="lt1">
        <a:lumMod val="8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lt1"/>
    </cs:fontRef>
  </cs:dataPoint>
  <cs:dataPoint3D>
    <cs:lnRef idx="0"/>
    <cs:fillRef idx="3">
      <cs:styleClr val="auto"/>
    </cs:fillRef>
    <cs:effectRef idx="3"/>
    <cs:fontRef idx="minor">
      <a:schemeClr val="lt1"/>
    </cs:fontRef>
  </cs:dataPoint3D>
  <cs:dataPointLine>
    <cs:lnRef idx="0">
      <cs:styleClr val="auto"/>
    </cs:lnRef>
    <cs:fillRef idx="3"/>
    <cs:effectRef idx="3"/>
    <cs:fontRef idx="minor">
      <a:schemeClr val="lt1"/>
    </cs:fontRef>
    <cs:spPr>
      <a:ln w="349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lt1"/>
    </cs:fontRef>
    <cs:spPr>
      <a:ln w="9525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3"/>
    <cs:fontRef idx="minor">
      <a:schemeClr val="lt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lt1">
        <a:lumMod val="85000"/>
      </a:schemeClr>
    </cs:fontRef>
    <cs:spPr>
      <a:ln w="9525">
        <a:solidFill>
          <a:schemeClr val="lt1">
            <a:lumMod val="95000"/>
            <a:alpha val="54000"/>
          </a:schemeClr>
        </a:solidFill>
      </a:ln>
    </cs:spPr>
    <cs:defRPr sz="900" kern="1200"/>
  </cs:dataTable>
  <cs:downBar>
    <cs:lnRef idx="0"/>
    <cs:fillRef idx="0"/>
    <cs:effectRef idx="0"/>
    <cs:fontRef idx="minor">
      <a:schemeClr val="lt1"/>
    </cs:fontRef>
    <cs:spPr>
      <a:solidFill>
        <a:schemeClr val="dk1">
          <a:lumMod val="75000"/>
          <a:lumOff val="25000"/>
        </a:schemeClr>
      </a:solidFill>
      <a:ln w="9525">
        <a:solidFill>
          <a:schemeClr val="lt1">
            <a:lumMod val="95000"/>
            <a:alpha val="54000"/>
          </a:schemeClr>
        </a:solidFill>
      </a:ln>
    </cs:spPr>
  </cs:downBar>
  <cs:dropLine>
    <cs:lnRef idx="0"/>
    <cs:fillRef idx="0"/>
    <cs:effectRef idx="0"/>
    <cs:fontRef idx="minor">
      <a:schemeClr val="lt1"/>
    </cs:fontRef>
    <cs:spPr>
      <a:ln w="9525">
        <a:solidFill>
          <a:schemeClr val="lt1">
            <a:lumMod val="95000"/>
            <a:alpha val="54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lt1"/>
    </cs:fontRef>
    <cs:spPr>
      <a:ln w="9525" cap="flat" cmpd="sng" algn="ctr">
        <a:solidFill>
          <a:schemeClr val="lt1">
            <a:lumMod val="95000"/>
          </a:schemeClr>
        </a:solidFill>
        <a:round/>
      </a:ln>
    </cs:spPr>
  </cs:errorBar>
  <cs:floor>
    <cs:lnRef idx="0"/>
    <cs:fillRef idx="0"/>
    <cs:effectRef idx="0"/>
    <cs:fontRef idx="minor">
      <a:schemeClr val="lt1"/>
    </cs:fontRef>
  </cs:floor>
  <cs:gridlineMajor>
    <cs:lnRef idx="0"/>
    <cs:fillRef idx="0"/>
    <cs:effectRef idx="0"/>
    <cs:fontRef idx="minor">
      <a:schemeClr val="lt1"/>
    </cs:fontRef>
    <cs:spPr>
      <a:ln w="9525" cap="flat" cmpd="sng" algn="ctr">
        <a:solidFill>
          <a:schemeClr val="lt1">
            <a:lumMod val="95000"/>
            <a:alpha val="10000"/>
          </a:schemeClr>
        </a:solidFill>
        <a:round/>
      </a:ln>
    </cs:spPr>
  </cs:gridlineMajor>
  <cs:gridlineMinor>
    <cs:lnRef idx="0"/>
    <cs:fillRef idx="0"/>
    <cs:effectRef idx="0"/>
    <cs:fontRef idx="minor">
      <a:schemeClr val="lt1"/>
    </cs:fontRef>
    <cs:spPr>
      <a:ln>
        <a:solidFill>
          <a:schemeClr val="lt1">
            <a:lumMod val="95000"/>
            <a:alpha val="5000"/>
          </a:schemeClr>
        </a:solidFill>
      </a:ln>
    </cs:spPr>
  </cs:gridlineMinor>
  <cs:hiLoLine>
    <cs:lnRef idx="0"/>
    <cs:fillRef idx="0"/>
    <cs:effectRef idx="0"/>
    <cs:fontRef idx="minor">
      <a:schemeClr val="lt1"/>
    </cs:fontRef>
    <cs:spPr>
      <a:ln w="9525">
        <a:solidFill>
          <a:schemeClr val="lt1">
            <a:lumMod val="95000"/>
            <a:alpha val="54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lt1"/>
    </cs:fontRef>
    <cs:spPr>
      <a:ln w="9525">
        <a:solidFill>
          <a:schemeClr val="lt1">
            <a:lumMod val="95000"/>
            <a:alpha val="54000"/>
          </a:schemeClr>
        </a:solidFill>
      </a:ln>
    </cs:spPr>
  </cs:leaderLine>
  <cs:legend>
    <cs:lnRef idx="0"/>
    <cs:fillRef idx="0"/>
    <cs:effectRef idx="0"/>
    <cs:fontRef idx="minor">
      <a:schemeClr val="lt1">
        <a:lumMod val="85000"/>
      </a:schemeClr>
    </cs:fontRef>
    <cs:defRPr sz="900" kern="1200"/>
  </cs:legend>
  <cs:plotArea>
    <cs:lnRef idx="0"/>
    <cs:fillRef idx="0"/>
    <cs:effectRef idx="0"/>
    <cs:fontRef idx="minor">
      <a:schemeClr val="lt1"/>
    </cs:fontRef>
  </cs:plotArea>
  <cs:plotArea3D>
    <cs:lnRef idx="0"/>
    <cs:fillRef idx="0"/>
    <cs:effectRef idx="0"/>
    <cs:fontRef idx="minor">
      <a:schemeClr val="lt1"/>
    </cs:fontRef>
  </cs:plotArea3D>
  <cs:seriesAxis>
    <cs:lnRef idx="0"/>
    <cs:fillRef idx="0"/>
    <cs:effectRef idx="0"/>
    <cs:fontRef idx="minor">
      <a:schemeClr val="lt1">
        <a:lumMod val="85000"/>
      </a:schemeClr>
    </cs:fontRef>
    <cs:spPr>
      <a:ln w="12700" cap="flat" cmpd="sng" algn="ctr">
        <a:solidFill>
          <a:schemeClr val="lt1">
            <a:lumMod val="95000"/>
            <a:alpha val="54000"/>
          </a:schemeClr>
        </a:solidFill>
        <a:round/>
      </a:ln>
    </cs:spPr>
    <cs:defRPr sz="900" kern="1200"/>
  </cs:seriesAxis>
  <cs:seriesLine>
    <cs:lnRef idx="0"/>
    <cs:fillRef idx="0"/>
    <cs:effectRef idx="0"/>
    <cs:fontRef idx="minor">
      <a:schemeClr val="lt1"/>
    </cs:fontRef>
    <cs:spPr>
      <a:ln w="9525" cap="flat" cmpd="sng" algn="ctr">
        <a:solidFill>
          <a:schemeClr val="lt1">
            <a:lumMod val="95000"/>
            <a:alpha val="54000"/>
          </a:schemeClr>
        </a:solidFill>
        <a:round/>
      </a:ln>
    </cs:spPr>
  </cs:seriesLine>
  <cs:title>
    <cs:lnRef idx="0"/>
    <cs:fillRef idx="0"/>
    <cs:effectRef idx="0"/>
    <cs:fontRef idx="minor">
      <a:schemeClr val="lt1">
        <a:lumMod val="95000"/>
      </a:schemeClr>
    </cs:fontRef>
    <cs:defRPr sz="1600" b="1" kern="1200" spc="100" baseline="0">
      <a:effectLst>
        <a:outerShdw blurRad="50800" dist="38100" dir="5400000" algn="t" rotWithShape="0">
          <a:prstClr val="black">
            <a:alpha val="40000"/>
          </a:prstClr>
        </a:outerShdw>
      </a:effectLst>
    </cs:defRPr>
  </cs:title>
  <cs:trendline>
    <cs:lnRef idx="0">
      <cs:styleClr val="auto"/>
    </cs:lnRef>
    <cs:fillRef idx="0"/>
    <cs:effectRef idx="0"/>
    <cs:fontRef idx="minor">
      <a:schemeClr val="lt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lt1">
        <a:lumMod val="85000"/>
      </a:schemeClr>
    </cs:fontRef>
    <cs:defRPr sz="900" kern="1200"/>
  </cs:trendlineLabel>
  <cs:upBar>
    <cs:lnRef idx="0"/>
    <cs:fillRef idx="0"/>
    <cs:effectRef idx="0"/>
    <cs:fontRef idx="minor">
      <a:schemeClr val="lt1"/>
    </cs:fontRef>
    <cs:spPr>
      <a:solidFill>
        <a:schemeClr val="lt1"/>
      </a:solidFill>
      <a:ln w="9525">
        <a:solidFill>
          <a:schemeClr val="lt1">
            <a:lumMod val="95000"/>
            <a:alpha val="54000"/>
          </a:schemeClr>
        </a:solidFill>
      </a:ln>
    </cs:spPr>
  </cs:upBar>
  <cs:valueAxis>
    <cs:lnRef idx="0"/>
    <cs:fillRef idx="0"/>
    <cs:effectRef idx="0"/>
    <cs:fontRef idx="minor">
      <a:schemeClr val="lt1">
        <a:lumMod val="85000"/>
      </a:schemeClr>
    </cs:fontRef>
    <cs:defRPr sz="900" kern="1200"/>
  </cs:valueAxis>
  <cs:wall>
    <cs:lnRef idx="0"/>
    <cs:fillRef idx="0"/>
    <cs:effectRef idx="0"/>
    <cs:fontRef idx="minor">
      <a:schemeClr val="lt1"/>
    </cs:fontRef>
  </cs:wall>
</cs:chartStyle>
</file>

<file path=ppt/charts/style5.xml><?xml version="1.0" encoding="utf-8"?>
<cs:chartStyle xmlns:cs="http://schemas.microsoft.com/office/drawing/2012/chartStyle" xmlns:a="http://schemas.openxmlformats.org/drawingml/2006/main" id="328">
  <cs:axisTitle>
    <cs:lnRef idx="0"/>
    <cs:fillRef idx="0"/>
    <cs:effectRef idx="0"/>
    <cs:fontRef idx="minor">
      <a:schemeClr val="lt1">
        <a:lumMod val="85000"/>
      </a:schemeClr>
    </cs:fontRef>
    <cs:defRPr sz="900" b="1" kern="1200" cap="all"/>
  </cs:axisTitle>
  <cs:categoryAxis>
    <cs:lnRef idx="0"/>
    <cs:fillRef idx="0"/>
    <cs:effectRef idx="0"/>
    <cs:fontRef idx="minor">
      <a:schemeClr val="lt1">
        <a:lumMod val="85000"/>
      </a:schemeClr>
    </cs:fontRef>
    <cs:spPr>
      <a:ln w="12700" cap="flat" cmpd="sng" algn="ctr">
        <a:solidFill>
          <a:schemeClr val="lt1">
            <a:lumMod val="95000"/>
            <a:alpha val="54000"/>
          </a:schemeClr>
        </a:solidFill>
        <a:round/>
      </a:ln>
    </cs:spPr>
    <cs:defRPr sz="900" kern="1200"/>
  </cs:categoryAxis>
  <cs:chartArea>
    <cs:lnRef idx="0"/>
    <cs:fillRef idx="0"/>
    <cs:effectRef idx="0"/>
    <cs:fontRef idx="minor">
      <a:schemeClr val="dk1"/>
    </cs:fontRef>
    <cs:spPr>
      <a:gradFill flip="none" rotWithShape="1">
        <a:gsLst>
          <a:gs pos="0">
            <a:schemeClr val="dk1">
              <a:lumMod val="65000"/>
              <a:lumOff val="35000"/>
            </a:schemeClr>
          </a:gs>
          <a:gs pos="100000">
            <a:schemeClr val="dk1">
              <a:lumMod val="85000"/>
              <a:lumOff val="15000"/>
            </a:schemeClr>
          </a:gs>
        </a:gsLst>
        <a:path path="circle">
          <a:fillToRect l="50000" t="50000" r="50000" b="50000"/>
        </a:path>
        <a:tileRect/>
      </a:gradFill>
    </cs:spPr>
    <cs:defRPr sz="1000" kern="1200"/>
  </cs:chartArea>
  <cs:dataLabel>
    <cs:lnRef idx="0"/>
    <cs:fillRef idx="0"/>
    <cs:effectRef idx="0"/>
    <cs:fontRef idx="minor">
      <a:schemeClr val="lt1">
        <a:lumMod val="8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tx1"/>
    </cs:fontRef>
  </cs:dataPoint>
  <cs:dataPoint3D>
    <cs:lnRef idx="0"/>
    <cs:fillRef idx="3">
      <cs:styleClr val="auto"/>
    </cs:fillRef>
    <cs:effectRef idx="3"/>
    <cs:fontRef idx="minor">
      <a:schemeClr val="tx1"/>
    </cs:fontRef>
  </cs:dataPoint3D>
  <cs:dataPointLine>
    <cs:lnRef idx="0">
      <cs:styleClr val="auto"/>
    </cs:lnRef>
    <cs:fillRef idx="3"/>
    <cs:effectRef idx="3"/>
    <cs:fontRef idx="minor">
      <a:schemeClr val="tx1"/>
    </cs:fontRef>
    <cs:spPr>
      <a:ln w="349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tx1"/>
    </cs:fontRef>
    <cs:spPr>
      <a:ln w="9525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3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lt1">
        <a:lumMod val="85000"/>
      </a:schemeClr>
    </cs:fontRef>
    <cs:spPr>
      <a:ln w="9525">
        <a:solidFill>
          <a:schemeClr val="lt1">
            <a:lumMod val="95000"/>
            <a:alpha val="54000"/>
          </a:schemeClr>
        </a:solidFill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gradFill>
        <a:gsLst>
          <a:gs pos="100000">
            <a:schemeClr val="dk1">
              <a:lumMod val="95000"/>
              <a:lumOff val="5000"/>
            </a:schemeClr>
          </a:gs>
          <a:gs pos="0">
            <a:schemeClr val="dk1">
              <a:lumMod val="75000"/>
              <a:lumOff val="25000"/>
            </a:schemeClr>
          </a:gs>
        </a:gsLst>
        <a:path path="circle">
          <a:fillToRect l="50000" t="50000" r="50000" b="50000"/>
        </a:path>
      </a:gradFill>
      <a:ln w="9525">
        <a:solidFill>
          <a:schemeClr val="dk1">
            <a:lumMod val="75000"/>
            <a:lumOff val="2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/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5000"/>
            <a:alpha val="10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>
        <a:solidFill>
          <a:schemeClr val="lt1">
            <a:lumMod val="95000"/>
            <a:alpha val="5000"/>
          </a:schemeClr>
        </a:solidFill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/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>
        <a:solidFill>
          <a:schemeClr val="lt1">
            <a:lumMod val="95000"/>
            <a:alpha val="54000"/>
          </a:schemeClr>
        </a:solidFill>
      </a:ln>
    </cs:spPr>
  </cs:leaderLine>
  <cs:legend>
    <cs:lnRef idx="0"/>
    <cs:fillRef idx="0"/>
    <cs:effectRef idx="0"/>
    <cs:fontRef idx="minor">
      <a:schemeClr val="lt1">
        <a:lumMod val="85000"/>
      </a:schemeClr>
    </cs:fontRef>
    <cs:defRPr sz="900" kern="1200"/>
  </cs:legend>
  <cs:plotArea>
    <cs:lnRef idx="0"/>
    <cs:fillRef idx="0"/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lt1">
        <a:lumMod val="85000"/>
      </a:schemeClr>
    </cs:fontRef>
    <cs:spPr>
      <a:ln w="12700" cap="flat" cmpd="sng" algn="ctr">
        <a:solidFill>
          <a:schemeClr val="lt1">
            <a:lumMod val="95000"/>
            <a:alpha val="54000"/>
          </a:schemeClr>
        </a:solidFill>
        <a:round/>
      </a:ln>
    </cs:spPr>
    <cs:defRPr sz="900" kern="1200"/>
  </cs:seriesAxis>
  <cs:seriesLine>
    <cs:lnRef idx="0"/>
    <cs:fillRef idx="0"/>
    <cs:effectRef idx="0"/>
    <cs:fontRef idx="minor">
      <a:schemeClr val="lt1"/>
    </cs:fontRef>
    <cs:spPr>
      <a:ln w="9525" cap="flat" cmpd="sng" algn="ctr">
        <a:solidFill>
          <a:schemeClr val="lt1">
            <a:lumMod val="95000"/>
            <a:alpha val="54000"/>
          </a:schemeClr>
        </a:solidFill>
        <a:round/>
      </a:ln>
    </cs:spPr>
  </cs:seriesLine>
  <cs:title>
    <cs:lnRef idx="0"/>
    <cs:fillRef idx="0"/>
    <cs:effectRef idx="0"/>
    <cs:fontRef idx="minor">
      <a:schemeClr val="lt1">
        <a:lumMod val="95000"/>
      </a:schemeClr>
    </cs:fontRef>
    <cs:defRPr sz="1600" b="1" kern="1200" spc="100" baseline="0">
      <a:effectLst>
        <a:outerShdw blurRad="50800" dist="38100" dir="5400000" algn="t" rotWithShape="0">
          <a:prstClr val="black">
            <a:alpha val="40000"/>
          </a:prstClr>
        </a:outerShdw>
      </a:effectLst>
    </cs:defRPr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lt1">
        <a:lumMod val="8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gradFill>
        <a:gsLst>
          <a:gs pos="100000">
            <a:schemeClr val="lt1">
              <a:lumMod val="85000"/>
            </a:schemeClr>
          </a:gs>
          <a:gs pos="0">
            <a:schemeClr val="lt1"/>
          </a:gs>
        </a:gsLst>
        <a:path path="circle">
          <a:fillToRect l="50000" t="50000" r="50000" b="50000"/>
        </a:path>
      </a:gradFill>
      <a:ln w="9525" cap="flat" cmpd="sng" algn="ctr">
        <a:solidFill>
          <a:schemeClr val="lt1"/>
        </a:solidFill>
        <a:round/>
      </a:ln>
    </cs:spPr>
  </cs:upBar>
  <cs:valueAxis>
    <cs:lnRef idx="0"/>
    <cs:fillRef idx="0"/>
    <cs:effectRef idx="0"/>
    <cs:fontRef idx="minor">
      <a:schemeClr val="lt1">
        <a:lumMod val="85000"/>
      </a:schemeClr>
    </cs:fontRef>
    <cs:defRPr sz="900" kern="1200"/>
  </cs:valueAxis>
  <cs:wall>
    <cs:lnRef idx="0"/>
    <cs:fillRef idx="0"/>
    <cs:effectRef idx="0"/>
    <cs:fontRef idx="minor">
      <a:schemeClr val="tx1"/>
    </cs:fontRef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21B185-F76A-4E24-A307-4493BD2DE3B4}" type="datetimeFigureOut">
              <a:rPr lang="en-IN" smtClean="0"/>
              <a:t>19-05-2026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01D7C1-1B1A-4BCB-B4E5-A35D033BADD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846192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4242851"/>
            <a:ext cx="8968084" cy="275942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1717" y="4243845"/>
            <a:ext cx="3077108" cy="2769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2590078"/>
            <a:ext cx="8968085" cy="166033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0" name="Rectangle 9"/>
          <p:cNvSpPr/>
          <p:nvPr/>
        </p:nvSpPr>
        <p:spPr>
          <a:xfrm>
            <a:off x="9111716" y="2590078"/>
            <a:ext cx="3077109" cy="1660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0322" y="2733709"/>
            <a:ext cx="8144135" cy="1373070"/>
          </a:xfrm>
        </p:spPr>
        <p:txBody>
          <a:bodyPr anchor="b">
            <a:noAutofit/>
          </a:bodyPr>
          <a:lstStyle>
            <a:lvl1pPr algn="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0322" y="4394041"/>
            <a:ext cx="8144135" cy="1117687"/>
          </a:xfrm>
        </p:spPr>
        <p:txBody>
          <a:bodyPr>
            <a:normAutofit/>
          </a:bodyPr>
          <a:lstStyle>
            <a:lvl1pPr marL="0" indent="0" algn="r">
              <a:buNone/>
              <a:defRPr sz="2000"/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6278E-ED5A-4712-A53E-08F4EDD75703}" type="datetimeFigureOut">
              <a:rPr lang="en-IN" smtClean="0"/>
              <a:t>19-05-2026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255347" y="2750337"/>
            <a:ext cx="1171888" cy="1356442"/>
          </a:xfrm>
        </p:spPr>
        <p:txBody>
          <a:bodyPr/>
          <a:lstStyle/>
          <a:p>
            <a:fld id="{52994DFA-66F6-4796-8106-31F69FB07A0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703648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8" name="Rectangle 17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6278E-ED5A-4712-A53E-08F4EDD75703}" type="datetimeFigureOut">
              <a:rPr lang="en-IN" smtClean="0"/>
              <a:t>19-05-2026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994DFA-66F6-4796-8106-31F69FB07A0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215960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4086907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4" y="4087901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-2" y="2726267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0" name="Rectangle 9"/>
          <p:cNvSpPr/>
          <p:nvPr/>
        </p:nvSpPr>
        <p:spPr>
          <a:xfrm>
            <a:off x="10585826" y="2726267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3" y="2869895"/>
            <a:ext cx="9613860" cy="1090788"/>
          </a:xfrm>
        </p:spPr>
        <p:txBody>
          <a:bodyPr anchor="ctr">
            <a:normAutofit/>
          </a:bodyPr>
          <a:lstStyle>
            <a:lvl1pPr algn="r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3" y="4232173"/>
            <a:ext cx="9613860" cy="1704017"/>
          </a:xfrm>
        </p:spPr>
        <p:txBody>
          <a:bodyPr>
            <a:normAutofit/>
          </a:bodyPr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6278E-ED5A-4712-A53E-08F4EDD75703}" type="datetimeFigureOut">
              <a:rPr lang="en-IN" smtClean="0"/>
              <a:t>19-05-2026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729457" y="2869897"/>
            <a:ext cx="1154151" cy="1090789"/>
          </a:xfrm>
        </p:spPr>
        <p:txBody>
          <a:bodyPr/>
          <a:lstStyle/>
          <a:p>
            <a:fld id="{52994DFA-66F6-4796-8106-31F69FB07A0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139263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1" name="Rectangle 10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0321" y="2336873"/>
            <a:ext cx="4698359" cy="359931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594123" y="2336873"/>
            <a:ext cx="4700059" cy="359931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6278E-ED5A-4712-A53E-08F4EDD75703}" type="datetimeFigureOut">
              <a:rPr lang="en-IN" smtClean="0"/>
              <a:t>19-05-2026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994DFA-66F6-4796-8106-31F69FB07A0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117926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11" name="Picture 10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3" name="Rectangle 12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1" y="753231"/>
            <a:ext cx="9613863" cy="108093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06351" y="2336875"/>
            <a:ext cx="4472327" cy="69313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0323" y="3030010"/>
            <a:ext cx="4698355" cy="290617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820155" y="2336873"/>
            <a:ext cx="4474028" cy="69207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594124" y="3030010"/>
            <a:ext cx="4700059" cy="290617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6278E-ED5A-4712-A53E-08F4EDD75703}" type="datetimeFigureOut">
              <a:rPr lang="en-IN" smtClean="0"/>
              <a:t>19-05-2026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994DFA-66F6-4796-8106-31F69FB07A0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025733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7" name="Picture 6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9" name="Rectangle 8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6278E-ED5A-4712-A53E-08F4EDD75703}" type="datetimeFigureOut">
              <a:rPr lang="en-IN" smtClean="0"/>
              <a:t>19-05-2026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994DFA-66F6-4796-8106-31F69FB07A0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711397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HD-ShadowShor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6278E-ED5A-4712-A53E-08F4EDD75703}" type="datetimeFigureOut">
              <a:rPr lang="en-IN" smtClean="0"/>
              <a:t>19-05-2026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994DFA-66F6-4796-8106-31F69FB07A0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874901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1" name="Rectangle 10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1" y="753227"/>
            <a:ext cx="9613859" cy="108094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85847" y="2336875"/>
            <a:ext cx="5608336" cy="35993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2336874"/>
            <a:ext cx="3790079" cy="359931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6278E-ED5A-4712-A53E-08F4EDD75703}" type="datetimeFigureOut">
              <a:rPr lang="en-IN" smtClean="0"/>
              <a:t>19-05-2026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994DFA-66F6-4796-8106-31F69FB07A0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438507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1" name="Rectangle 10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5" y="753228"/>
            <a:ext cx="9613857" cy="1080938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868334" y="2336874"/>
            <a:ext cx="5425849" cy="3599312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3" y="2336875"/>
            <a:ext cx="3876256" cy="3599315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6278E-ED5A-4712-A53E-08F4EDD75703}" type="datetimeFigureOut">
              <a:rPr lang="en-IN" smtClean="0"/>
              <a:t>19-05-2026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994DFA-66F6-4796-8106-31F69FB07A0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357763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1" name="Rectangle 10"/>
          <p:cNvSpPr/>
          <p:nvPr/>
        </p:nvSpPr>
        <p:spPr>
          <a:xfrm>
            <a:off x="10585828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3" y="4711618"/>
            <a:ext cx="9613859" cy="453051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0323" y="609599"/>
            <a:ext cx="9613859" cy="3589575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19" y="5169585"/>
            <a:ext cx="9613863" cy="622971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6278E-ED5A-4712-A53E-08F4EDD75703}" type="datetimeFigureOut">
              <a:rPr lang="en-IN" smtClean="0"/>
              <a:t>19-05-2026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7" y="4711311"/>
            <a:ext cx="1154151" cy="1090789"/>
          </a:xfrm>
        </p:spPr>
        <p:txBody>
          <a:bodyPr/>
          <a:lstStyle/>
          <a:p>
            <a:fld id="{52994DFA-66F6-4796-8106-31F69FB07A0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268947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1" name="Rectangle 10"/>
          <p:cNvSpPr/>
          <p:nvPr/>
        </p:nvSpPr>
        <p:spPr>
          <a:xfrm>
            <a:off x="10585828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1" y="609597"/>
            <a:ext cx="9613859" cy="3592750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3" y="4711617"/>
            <a:ext cx="9613859" cy="1090789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6278E-ED5A-4712-A53E-08F4EDD75703}" type="datetimeFigureOut">
              <a:rPr lang="en-IN" smtClean="0"/>
              <a:t>19-05-2026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7" y="4711617"/>
            <a:ext cx="1154151" cy="1090789"/>
          </a:xfrm>
        </p:spPr>
        <p:txBody>
          <a:bodyPr/>
          <a:lstStyle/>
          <a:p>
            <a:fld id="{52994DFA-66F6-4796-8106-31F69FB07A0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669130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5928628"/>
            <a:ext cx="10437812" cy="321164"/>
          </a:xfrm>
          <a:prstGeom prst="rect">
            <a:avLst/>
          </a:prstGeom>
        </p:spPr>
      </p:pic>
      <p:pic>
        <p:nvPicPr>
          <p:cNvPr id="13" name="Picture 12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5929622"/>
            <a:ext cx="1602997" cy="14427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 bwMode="ltGray">
          <a:xfrm>
            <a:off x="1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5" name="Rectangle 14"/>
          <p:cNvSpPr/>
          <p:nvPr/>
        </p:nvSpPr>
        <p:spPr>
          <a:xfrm>
            <a:off x="10585828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27856" y="609600"/>
            <a:ext cx="8718877" cy="3036061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402289" y="3653379"/>
            <a:ext cx="815657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3" y="4711617"/>
            <a:ext cx="9613859" cy="1090789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6278E-ED5A-4712-A53E-08F4EDD75703}" type="datetimeFigureOut">
              <a:rPr lang="en-IN" smtClean="0"/>
              <a:t>19-05-2026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7" y="4709927"/>
            <a:ext cx="1154151" cy="1090789"/>
          </a:xfrm>
        </p:spPr>
        <p:txBody>
          <a:bodyPr/>
          <a:lstStyle/>
          <a:p>
            <a:fld id="{52994DFA-66F6-4796-8106-31F69FB07A06}" type="slidenum">
              <a:rPr lang="en-IN" smtClean="0"/>
              <a:t>‹#›</a:t>
            </a:fld>
            <a:endParaRPr lang="en-IN"/>
          </a:p>
        </p:txBody>
      </p:sp>
      <p:sp>
        <p:nvSpPr>
          <p:cNvPr id="16" name="TextBox 15"/>
          <p:cNvSpPr txBox="1"/>
          <p:nvPr/>
        </p:nvSpPr>
        <p:spPr>
          <a:xfrm>
            <a:off x="583572" y="74811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72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62809" y="30335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72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1022264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5928628"/>
            <a:ext cx="10437812" cy="321164"/>
          </a:xfrm>
          <a:prstGeom prst="rect">
            <a:avLst/>
          </a:prstGeom>
        </p:spPr>
      </p:pic>
      <p:pic>
        <p:nvPicPr>
          <p:cNvPr id="10" name="Picture 9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5929622"/>
            <a:ext cx="1602997" cy="14427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 bwMode="ltGray">
          <a:xfrm>
            <a:off x="1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2" name="Rectangle 11"/>
          <p:cNvSpPr/>
          <p:nvPr/>
        </p:nvSpPr>
        <p:spPr>
          <a:xfrm>
            <a:off x="10585828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19" y="4711617"/>
            <a:ext cx="9613863" cy="5885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1" y="5300151"/>
            <a:ext cx="9613863" cy="50225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6278E-ED5A-4712-A53E-08F4EDD75703}" type="datetimeFigureOut">
              <a:rPr lang="en-IN" smtClean="0"/>
              <a:t>19-05-2026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7" y="4709927"/>
            <a:ext cx="1154151" cy="1090789"/>
          </a:xfrm>
        </p:spPr>
        <p:txBody>
          <a:bodyPr/>
          <a:lstStyle/>
          <a:p>
            <a:fld id="{52994DFA-66F6-4796-8106-31F69FB07A0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547405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14" name="Picture 13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7" name="Rectangle 16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669223" y="753228"/>
            <a:ext cx="9624960" cy="108093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60945" y="2336873"/>
            <a:ext cx="307003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0322" y="3022675"/>
            <a:ext cx="3049703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189" indent="0">
              <a:buNone/>
              <a:defRPr sz="1200"/>
            </a:lvl2pPr>
            <a:lvl3pPr marL="914377" indent="0">
              <a:buNone/>
              <a:defRPr sz="1000"/>
            </a:lvl3pPr>
            <a:lvl4pPr marL="1371566" indent="0">
              <a:buNone/>
              <a:defRPr sz="900"/>
            </a:lvl4pPr>
            <a:lvl5pPr marL="1828754" indent="0">
              <a:buNone/>
              <a:defRPr sz="900"/>
            </a:lvl5pPr>
            <a:lvl6pPr marL="2285943" indent="0">
              <a:buNone/>
              <a:defRPr sz="900"/>
            </a:lvl6pPr>
            <a:lvl7pPr marL="2743131" indent="0">
              <a:buNone/>
              <a:defRPr sz="900"/>
            </a:lvl7pPr>
            <a:lvl8pPr marL="3200320" indent="0">
              <a:buNone/>
              <a:defRPr sz="900"/>
            </a:lvl8pPr>
            <a:lvl9pPr marL="3657509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56025" y="233687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945471" y="3022675"/>
            <a:ext cx="3063240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189" indent="0">
              <a:buNone/>
              <a:defRPr sz="1200"/>
            </a:lvl2pPr>
            <a:lvl3pPr marL="914377" indent="0">
              <a:buNone/>
              <a:defRPr sz="1000"/>
            </a:lvl3pPr>
            <a:lvl4pPr marL="1371566" indent="0">
              <a:buNone/>
              <a:defRPr sz="900"/>
            </a:lvl4pPr>
            <a:lvl5pPr marL="1828754" indent="0">
              <a:buNone/>
              <a:defRPr sz="900"/>
            </a:lvl5pPr>
            <a:lvl6pPr marL="2285943" indent="0">
              <a:buNone/>
              <a:defRPr sz="900"/>
            </a:lvl6pPr>
            <a:lvl7pPr marL="2743131" indent="0">
              <a:buNone/>
              <a:defRPr sz="900"/>
            </a:lvl7pPr>
            <a:lvl8pPr marL="3200320" indent="0">
              <a:buNone/>
              <a:defRPr sz="900"/>
            </a:lvl8pPr>
            <a:lvl9pPr marL="3657509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24157" y="2336873"/>
            <a:ext cx="30700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224157" y="3022675"/>
            <a:ext cx="3070025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189" indent="0">
              <a:buNone/>
              <a:defRPr sz="1200"/>
            </a:lvl2pPr>
            <a:lvl3pPr marL="914377" indent="0">
              <a:buNone/>
              <a:defRPr sz="1000"/>
            </a:lvl3pPr>
            <a:lvl4pPr marL="1371566" indent="0">
              <a:buNone/>
              <a:defRPr sz="900"/>
            </a:lvl4pPr>
            <a:lvl5pPr marL="1828754" indent="0">
              <a:buNone/>
              <a:defRPr sz="900"/>
            </a:lvl5pPr>
            <a:lvl6pPr marL="2285943" indent="0">
              <a:buNone/>
              <a:defRPr sz="900"/>
            </a:lvl6pPr>
            <a:lvl7pPr marL="2743131" indent="0">
              <a:buNone/>
              <a:defRPr sz="900"/>
            </a:lvl7pPr>
            <a:lvl8pPr marL="3200320" indent="0">
              <a:buNone/>
              <a:defRPr sz="900"/>
            </a:lvl8pPr>
            <a:lvl9pPr marL="3657509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6278E-ED5A-4712-A53E-08F4EDD75703}" type="datetimeFigureOut">
              <a:rPr lang="en-IN" smtClean="0"/>
              <a:t>19-05-2026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994DFA-66F6-4796-8106-31F69FB07A0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851329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8" name="Rectangle 17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680323" y="753228"/>
            <a:ext cx="9613860" cy="108093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0320" y="4297503"/>
            <a:ext cx="304970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0320" y="2336873"/>
            <a:ext cx="30497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189" indent="0">
              <a:buNone/>
              <a:defRPr sz="1600"/>
            </a:lvl2pPr>
            <a:lvl3pPr marL="914377" indent="0">
              <a:buNone/>
              <a:defRPr sz="1600"/>
            </a:lvl3pPr>
            <a:lvl4pPr marL="1371566" indent="0">
              <a:buNone/>
              <a:defRPr sz="1600"/>
            </a:lvl4pPr>
            <a:lvl5pPr marL="1828754" indent="0">
              <a:buNone/>
              <a:defRPr sz="1600"/>
            </a:lvl5pPr>
            <a:lvl6pPr marL="2285943" indent="0">
              <a:buNone/>
              <a:defRPr sz="1600"/>
            </a:lvl6pPr>
            <a:lvl7pPr marL="2743131" indent="0">
              <a:buNone/>
              <a:defRPr sz="1600"/>
            </a:lvl7pPr>
            <a:lvl8pPr marL="3200320" indent="0">
              <a:buNone/>
              <a:defRPr sz="1600"/>
            </a:lvl8pPr>
            <a:lvl9pPr marL="3657509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0320" y="4873765"/>
            <a:ext cx="3049705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189" indent="0">
              <a:buNone/>
              <a:defRPr sz="1200"/>
            </a:lvl2pPr>
            <a:lvl3pPr marL="914377" indent="0">
              <a:buNone/>
              <a:defRPr sz="1000"/>
            </a:lvl3pPr>
            <a:lvl4pPr marL="1371566" indent="0">
              <a:buNone/>
              <a:defRPr sz="900"/>
            </a:lvl4pPr>
            <a:lvl5pPr marL="1828754" indent="0">
              <a:buNone/>
              <a:defRPr sz="900"/>
            </a:lvl5pPr>
            <a:lvl6pPr marL="2285943" indent="0">
              <a:buNone/>
              <a:defRPr sz="900"/>
            </a:lvl6pPr>
            <a:lvl7pPr marL="2743131" indent="0">
              <a:buNone/>
              <a:defRPr sz="900"/>
            </a:lvl7pPr>
            <a:lvl8pPr marL="3200320" indent="0">
              <a:buNone/>
              <a:defRPr sz="900"/>
            </a:lvl8pPr>
            <a:lvl9pPr marL="3657509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45471" y="429750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945471" y="2336873"/>
            <a:ext cx="3063240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189" indent="0">
              <a:buNone/>
              <a:defRPr sz="1600"/>
            </a:lvl2pPr>
            <a:lvl3pPr marL="914377" indent="0">
              <a:buNone/>
              <a:defRPr sz="1600"/>
            </a:lvl3pPr>
            <a:lvl4pPr marL="1371566" indent="0">
              <a:buNone/>
              <a:defRPr sz="1600"/>
            </a:lvl4pPr>
            <a:lvl5pPr marL="1828754" indent="0">
              <a:buNone/>
              <a:defRPr sz="1600"/>
            </a:lvl5pPr>
            <a:lvl6pPr marL="2285943" indent="0">
              <a:buNone/>
              <a:defRPr sz="1600"/>
            </a:lvl6pPr>
            <a:lvl7pPr marL="2743131" indent="0">
              <a:buNone/>
              <a:defRPr sz="1600"/>
            </a:lvl7pPr>
            <a:lvl8pPr marL="3200320" indent="0">
              <a:buNone/>
              <a:defRPr sz="1600"/>
            </a:lvl8pPr>
            <a:lvl9pPr marL="3657509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944118" y="4873764"/>
            <a:ext cx="3067297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189" indent="0">
              <a:buNone/>
              <a:defRPr sz="1200"/>
            </a:lvl2pPr>
            <a:lvl3pPr marL="914377" indent="0">
              <a:buNone/>
              <a:defRPr sz="1000"/>
            </a:lvl3pPr>
            <a:lvl4pPr marL="1371566" indent="0">
              <a:buNone/>
              <a:defRPr sz="900"/>
            </a:lvl4pPr>
            <a:lvl5pPr marL="1828754" indent="0">
              <a:buNone/>
              <a:defRPr sz="900"/>
            </a:lvl5pPr>
            <a:lvl6pPr marL="2285943" indent="0">
              <a:buNone/>
              <a:defRPr sz="900"/>
            </a:lvl6pPr>
            <a:lvl7pPr marL="2743131" indent="0">
              <a:buNone/>
              <a:defRPr sz="900"/>
            </a:lvl7pPr>
            <a:lvl8pPr marL="3200320" indent="0">
              <a:buNone/>
              <a:defRPr sz="900"/>
            </a:lvl8pPr>
            <a:lvl9pPr marL="3657509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30680" y="4297503"/>
            <a:ext cx="306350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230678" y="2336873"/>
            <a:ext cx="30635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189" indent="0">
              <a:buNone/>
              <a:defRPr sz="1600"/>
            </a:lvl2pPr>
            <a:lvl3pPr marL="914377" indent="0">
              <a:buNone/>
              <a:defRPr sz="1600"/>
            </a:lvl3pPr>
            <a:lvl4pPr marL="1371566" indent="0">
              <a:buNone/>
              <a:defRPr sz="1600"/>
            </a:lvl4pPr>
            <a:lvl5pPr marL="1828754" indent="0">
              <a:buNone/>
              <a:defRPr sz="1600"/>
            </a:lvl5pPr>
            <a:lvl6pPr marL="2285943" indent="0">
              <a:buNone/>
              <a:defRPr sz="1600"/>
            </a:lvl6pPr>
            <a:lvl7pPr marL="2743131" indent="0">
              <a:buNone/>
              <a:defRPr sz="1600"/>
            </a:lvl7pPr>
            <a:lvl8pPr marL="3200320" indent="0">
              <a:buNone/>
              <a:defRPr sz="1600"/>
            </a:lvl8pPr>
            <a:lvl9pPr marL="3657509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230553" y="4873762"/>
            <a:ext cx="3067563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189" indent="0">
              <a:buNone/>
              <a:defRPr sz="1200"/>
            </a:lvl2pPr>
            <a:lvl3pPr marL="914377" indent="0">
              <a:buNone/>
              <a:defRPr sz="1000"/>
            </a:lvl3pPr>
            <a:lvl4pPr marL="1371566" indent="0">
              <a:buNone/>
              <a:defRPr sz="900"/>
            </a:lvl4pPr>
            <a:lvl5pPr marL="1828754" indent="0">
              <a:buNone/>
              <a:defRPr sz="900"/>
            </a:lvl5pPr>
            <a:lvl6pPr marL="2285943" indent="0">
              <a:buNone/>
              <a:defRPr sz="900"/>
            </a:lvl6pPr>
            <a:lvl7pPr marL="2743131" indent="0">
              <a:buNone/>
              <a:defRPr sz="900"/>
            </a:lvl7pPr>
            <a:lvl8pPr marL="3200320" indent="0">
              <a:buNone/>
              <a:defRPr sz="900"/>
            </a:lvl8pPr>
            <a:lvl9pPr marL="3657509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6278E-ED5A-4712-A53E-08F4EDD75703}" type="datetimeFigureOut">
              <a:rPr lang="en-IN" smtClean="0"/>
              <a:t>19-05-2026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994DFA-66F6-4796-8106-31F69FB07A0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257941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0" name="Rectangle 9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6278E-ED5A-4712-A53E-08F4EDD75703}" type="datetimeFigureOut">
              <a:rPr lang="en-IN" smtClean="0"/>
              <a:t>19-05-2026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994DFA-66F6-4796-8106-31F69FB07A0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341502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 bwMode="ltGray">
          <a:xfrm rot="5400000">
            <a:off x="8116207" y="1869396"/>
            <a:ext cx="5106988" cy="136819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8" name="Rectangle 7"/>
          <p:cNvSpPr/>
          <p:nvPr/>
        </p:nvSpPr>
        <p:spPr>
          <a:xfrm rot="5400000">
            <a:off x="9868203" y="5372404"/>
            <a:ext cx="1602997" cy="13681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129231" y="609597"/>
            <a:ext cx="1073803" cy="435376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0322" y="609599"/>
            <a:ext cx="8870004" cy="53265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807125" y="5936189"/>
            <a:ext cx="2743200" cy="365125"/>
          </a:xfrm>
        </p:spPr>
        <p:txBody>
          <a:bodyPr/>
          <a:lstStyle/>
          <a:p>
            <a:fld id="{E0C6278E-ED5A-4712-A53E-08F4EDD75703}" type="datetimeFigureOut">
              <a:rPr lang="en-IN" smtClean="0"/>
              <a:t>19-05-2026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0322" y="5936190"/>
            <a:ext cx="6126805" cy="365125"/>
          </a:xfrm>
        </p:spPr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097551" y="5398635"/>
            <a:ext cx="1154151" cy="1090789"/>
          </a:xfrm>
        </p:spPr>
        <p:txBody>
          <a:bodyPr anchor="t"/>
          <a:lstStyle>
            <a:lvl1pPr algn="ctr">
              <a:defRPr/>
            </a:lvl1pPr>
          </a:lstStyle>
          <a:p>
            <a:fld id="{52994DFA-66F6-4796-8106-31F69FB07A0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197516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ashOverlay-FullResolve.png"/>
          <p:cNvPicPr>
            <a:picLocks noChangeAspect="1"/>
          </p:cNvPicPr>
          <p:nvPr/>
        </p:nvPicPr>
        <p:blipFill>
          <a:blip r:embed="rId19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0322" y="753228"/>
            <a:ext cx="9613861" cy="10809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2" y="2336873"/>
            <a:ext cx="9613861" cy="35993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0981" y="593618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0C6278E-ED5A-4712-A53E-08F4EDD75703}" type="datetimeFigureOut">
              <a:rPr lang="en-IN" smtClean="0"/>
              <a:t>19-05-2026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0322" y="5936190"/>
            <a:ext cx="687066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29457" y="753229"/>
            <a:ext cx="1154151" cy="10907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994DFA-66F6-4796-8106-31F69FB07A0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7414720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D1464-A809-EB7D-A84E-71E8AAAAB3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N" dirty="0">
                <a:latin typeface="Arial Black" panose="020B0A04020102020204" pitchFamily="34" charset="0"/>
              </a:rPr>
              <a:t>Bike Rental Analysis </a:t>
            </a:r>
            <a:br>
              <a:rPr lang="en-IN" dirty="0"/>
            </a:br>
            <a:r>
              <a:rPr lang="en-IN" sz="1400" dirty="0">
                <a:latin typeface="Arial" panose="020B0604020202020204" pitchFamily="34" charset="0"/>
                <a:cs typeface="Arial" panose="020B0604020202020204" pitchFamily="34" charset="0"/>
              </a:rPr>
              <a:t>By Bhagabati Sharma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7EC48D4-34B2-689E-9C3C-733D564956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456602" y="4232173"/>
            <a:ext cx="3195687" cy="650911"/>
          </a:xfrm>
        </p:spPr>
        <p:txBody>
          <a:bodyPr>
            <a:normAutofit fontScale="92500" lnSpcReduction="20000"/>
          </a:bodyPr>
          <a:lstStyle/>
          <a:p>
            <a:endParaRPr lang="en-IN" b="1" dirty="0">
              <a:latin typeface="Arial Black" panose="020B0A04020102020204" pitchFamily="34" charset="0"/>
            </a:endParaRPr>
          </a:p>
          <a:p>
            <a:r>
              <a:rPr lang="en-IN" sz="2200" b="1" dirty="0">
                <a:latin typeface="Comic Sans MS" panose="030F0702030302020204" pitchFamily="66" charset="0"/>
              </a:rPr>
              <a:t>Nexthikes IT Solution</a:t>
            </a:r>
            <a:endParaRPr lang="en-IN" sz="2200" dirty="0">
              <a:latin typeface="Comic Sans MS" panose="030F0702030302020204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644118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D68F93-C09F-4630-2866-7499A49859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Dataset Objective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228C6B-943E-F342-C2FE-E26BCFA790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6627" y="2883628"/>
            <a:ext cx="9264956" cy="2904430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en-US" sz="1300" dirty="0">
                <a:latin typeface="Arial" panose="020B0604020202020204" pitchFamily="34" charset="0"/>
                <a:cs typeface="Arial" panose="020B0604020202020204" pitchFamily="34" charset="0"/>
              </a:rPr>
              <a:t>To analyze and predict bike rental demand using  data on weather, holidays, and time factors, helping identify usage patterns and optimize operations.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1300" dirty="0">
                <a:latin typeface="Arial" panose="020B0604020202020204" pitchFamily="34" charset="0"/>
                <a:cs typeface="Arial" panose="020B0604020202020204" pitchFamily="34" charset="0"/>
              </a:rPr>
              <a:t>Rentals are split into casual and registered users, showing different usage behaviors.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1300" dirty="0">
                <a:latin typeface="Arial" panose="020B0604020202020204" pitchFamily="34" charset="0"/>
                <a:cs typeface="Arial" panose="020B0604020202020204" pitchFamily="34" charset="0"/>
              </a:rPr>
              <a:t>Holiday Vs working days show distinct demand patterns, with holidays often reducing usage.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1300" dirty="0">
                <a:latin typeface="Arial" panose="020B0604020202020204" pitchFamily="34" charset="0"/>
                <a:cs typeface="Arial" panose="020B0604020202020204" pitchFamily="34" charset="0"/>
              </a:rPr>
              <a:t>Casual users are more sensitive to weather changes, while registered users show consistent demand.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1300" dirty="0">
                <a:latin typeface="Arial" panose="020B0604020202020204" pitchFamily="34" charset="0"/>
                <a:cs typeface="Arial" panose="020B0604020202020204" pitchFamily="34" charset="0"/>
              </a:rPr>
              <a:t>Overall, the dataset enables forecasting demand and optimizing bike availability for better service planning.</a:t>
            </a:r>
          </a:p>
          <a:p>
            <a:pPr>
              <a:buFont typeface="Wingdings" panose="05000000000000000000" pitchFamily="2" charset="2"/>
              <a:buChar char="§"/>
            </a:pP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buFont typeface="Wingdings" panose="05000000000000000000" pitchFamily="2" charset="2"/>
              <a:buChar char="§"/>
            </a:pP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n-IN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4468DB00-2DC3-B006-868C-E5FA9A8A3B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Rentals are split into </a:t>
            </a:r>
            <a:r>
              <a:rPr kumimoji="0" lang="en-US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casual</a:t>
            </a: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and </a:t>
            </a:r>
            <a:r>
              <a:rPr kumimoji="0" lang="en-US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registered users</a:t>
            </a: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showing different usage behaviors.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913935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5F9E95-BF5D-0A9F-726D-A0BF9984B1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9687" y="753228"/>
            <a:ext cx="9613861" cy="1080938"/>
          </a:xfrm>
        </p:spPr>
        <p:txBody>
          <a:bodyPr/>
          <a:lstStyle/>
          <a:p>
            <a:r>
              <a:rPr lang="en-IN" dirty="0"/>
              <a:t>Sales By Temperature</a:t>
            </a:r>
            <a:br>
              <a:rPr lang="en-IN" dirty="0"/>
            </a:br>
            <a:endParaRPr lang="en-IN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3FB3DE77-069D-4E68-9F49-024CA9F5B403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1396039427"/>
              </p:ext>
            </p:extLst>
          </p:nvPr>
        </p:nvGraphicFramePr>
        <p:xfrm>
          <a:off x="681038" y="2336801"/>
          <a:ext cx="5414962" cy="354552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89ED316-06CC-E2CA-B3F2-DAF870A86A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19654" y="2878843"/>
            <a:ext cx="5262413" cy="2461442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q"/>
            </a:pP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Registered sales peak around a normalized temperature of 0.20, reaching nearly 9000 units, indicating that moderate temperatures drive the highest engagement among registered users.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Casual sales remain consistently lower across all temperature ranges, peaking modestly near 0.20 as well, suggesting casual users are less influenced by temperature compared to registered ones.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Temperature impact shows a bell-shaped distribution — both categories rise with temperature up to a point and then decline, implying an optimal comfort range for activity or product use.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Beyond 0.30, both sales types drop sharply, indicating that higher temperatures may discourage participation or purchases</a:t>
            </a:r>
            <a:r>
              <a:rPr lang="en-US" sz="1200" dirty="0"/>
              <a:t>.</a:t>
            </a:r>
            <a:endParaRPr lang="en-IN" sz="1200" dirty="0"/>
          </a:p>
          <a:p>
            <a:pPr marL="0" indent="0">
              <a:buNone/>
            </a:pPr>
            <a:endParaRPr lang="en-IN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924577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74188-C0A8-3936-F8D8-19514F2126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Trend By Customer Type</a:t>
            </a:r>
            <a:br>
              <a:rPr lang="en-IN" dirty="0"/>
            </a:br>
            <a:endParaRPr lang="en-IN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0004916-9074-D119-9E79-2765B10EAD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9282" y="2502816"/>
            <a:ext cx="3337923" cy="3120272"/>
          </a:xfrm>
        </p:spPr>
        <p:txBody>
          <a:bodyPr>
            <a:normAutofit/>
          </a:bodyPr>
          <a:lstStyle/>
          <a:p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Registered customers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consistently remain higher than casual customers throughout both months, showing they are the main source of activity.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In </a:t>
            </a:r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January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registered users show steady growth with noticeable peaks, while casual users stay relatively low and stable.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In </a:t>
            </a:r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February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registered users continue to dominate but with sharper fluctuations, while casual users rise slightly on certain days, reflecting weekend or event-driven engagement.</a:t>
            </a:r>
          </a:p>
          <a:p>
            <a:pPr marL="0" indent="0">
              <a:buNone/>
            </a:pPr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Across both months, registered users drive the majority of activity, while casual users contribute modestly with occasional spikes</a:t>
            </a:r>
            <a:r>
              <a:rPr lang="en-US" sz="1200" b="1" dirty="0"/>
              <a:t>.</a:t>
            </a:r>
            <a:endParaRPr lang="en-US" sz="1200" dirty="0"/>
          </a:p>
          <a:p>
            <a:pPr marL="0" indent="0">
              <a:buNone/>
            </a:pPr>
            <a:endParaRPr lang="en-IN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3815E53A-867F-490D-AFE5-587AAF9AC4F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61555505"/>
              </p:ext>
            </p:extLst>
          </p:nvPr>
        </p:nvGraphicFramePr>
        <p:xfrm>
          <a:off x="94267" y="2336873"/>
          <a:ext cx="8204383" cy="328621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9456999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868D14-8E37-482C-D9EC-73F4C79623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Share By Customer Type</a:t>
            </a:r>
            <a:br>
              <a:rPr lang="en-IN" dirty="0"/>
            </a:br>
            <a:endParaRPr lang="en-IN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DBAA7E3C-5CC3-4EA6-940A-001E5D6DEF64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2121629965"/>
              </p:ext>
            </p:extLst>
          </p:nvPr>
        </p:nvGraphicFramePr>
        <p:xfrm>
          <a:off x="681038" y="2336800"/>
          <a:ext cx="5342690" cy="366807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424AB9E-6AFB-AC26-3D8A-0E58B414B6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04828" y="3006176"/>
            <a:ext cx="4700059" cy="1858055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v"/>
            </a:pP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Out of </a:t>
            </a:r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58,304 total customers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most are </a:t>
            </a:r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registered users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— about </a:t>
            </a:r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53,383 (≈92%)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Only a small portion are </a:t>
            </a:r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casual users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— about </a:t>
            </a:r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4,921 (≈8%)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This means the business depends mainly on registered customers, while casual customers are a much smaller group.</a:t>
            </a:r>
          </a:p>
          <a:p>
            <a:pPr marL="0" indent="0">
              <a:buNone/>
            </a:pPr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Almost all sales come from registered users, and casual users are just a tiny slice of the customer base.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781664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3D3BFE-B74F-869F-126D-52F157937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Sales By Day</a:t>
            </a:r>
            <a:br>
              <a:rPr lang="en-IN" dirty="0"/>
            </a:br>
            <a:endParaRPr lang="en-IN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074BF433-D76F-460F-86BB-F347D0C00045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2826889816"/>
              </p:ext>
            </p:extLst>
          </p:nvPr>
        </p:nvGraphicFramePr>
        <p:xfrm>
          <a:off x="680322" y="2345179"/>
          <a:ext cx="6275943" cy="35993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78A07D-FAD3-7976-549D-CA62599237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225255" y="3054224"/>
            <a:ext cx="4700059" cy="2181225"/>
          </a:xfrm>
        </p:spPr>
        <p:txBody>
          <a:bodyPr>
            <a:normAutofit/>
          </a:bodyPr>
          <a:lstStyle/>
          <a:p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Registered users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consistently dominate sales across all days, with peaks on </a:t>
            </a:r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Thursday and Friday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Casual users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stay lower during weekdays but rise on </a:t>
            </a:r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Saturday and Sunday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showing stronger weekend activity.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Overall, the business relies heavily on registered customers during weekdays, while casual customers contribute more noticeably on weekends.</a:t>
            </a:r>
          </a:p>
          <a:p>
            <a:pPr marL="0" indent="0">
              <a:buNone/>
            </a:pPr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Weekdays are driven by registered users, weekends see more casual engagement.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n-IN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425462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DCF89A-DCFF-09FB-051E-4CB2C136A6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Holiday v/s Working Day</a:t>
            </a:r>
            <a:br>
              <a:rPr lang="en-IN" dirty="0"/>
            </a:br>
            <a:endParaRPr lang="en-IN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C81291B7-B33C-4505-911B-53FFCF597819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1501184247"/>
              </p:ext>
            </p:extLst>
          </p:nvPr>
        </p:nvGraphicFramePr>
        <p:xfrm>
          <a:off x="358219" y="2243580"/>
          <a:ext cx="6598762" cy="364817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664B3DF-FDD4-8688-CDD0-D42A7C962B8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218675" y="2704518"/>
            <a:ext cx="4700059" cy="2565065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Registered customers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show a huge difference: their counts are very low on holidays but rise sharply on working days, reaching close to 60,000.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Casual customers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remain low in both cases, with only a slight increase on working days compared to holidays.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Overall, the data highlights that </a:t>
            </a:r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working days are dominated by registered users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while holidays see much lower activity across both groups.</a:t>
            </a:r>
          </a:p>
          <a:p>
            <a:pPr marL="0" indent="0">
              <a:buNone/>
            </a:pP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Business activity is driven mainly by registered users on working days, with holidays showing minimal engagement from both customer types.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627893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B605D2-4E08-20D6-C32B-157CFE1555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Overall Insight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7D3B6AEB-507E-8155-055A-52EE64D53076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286" y="2313207"/>
            <a:ext cx="6795273" cy="4342117"/>
          </a:xfrm>
        </p:spPr>
      </p:pic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9FC4B7B0-AB93-713E-C77D-5C33C7C222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206107" y="2684607"/>
            <a:ext cx="4700059" cy="3599316"/>
          </a:xfrm>
        </p:spPr>
        <p:txBody>
          <a:bodyPr>
            <a:normAutofit fontScale="55000" lnSpcReduction="20000"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January and February trends confirm that registered users dominate daily, weekly, and temperature-based activity.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Casual users, though fewer, show 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weekend and holiday preference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, representing potential for growth if converted into registered users.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 business is 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heavily reliant on registered customers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, but casual users are an untapped segment that could be nurtured with targeted promotions during weekends, holidays, and moderate weather conditions.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Registered users drive consistent weekday activity, while casual users bring weekend spikes. Together, they show that routine and weather comfort shape bike usage in Jan–Feb.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330576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CC18AB-698A-248F-0459-D7614E9D0E8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/>
              <a:t>Thank  You</a:t>
            </a:r>
          </a:p>
        </p:txBody>
      </p:sp>
    </p:spTree>
    <p:extLst>
      <p:ext uri="{BB962C8B-B14F-4D97-AF65-F5344CB8AC3E}">
        <p14:creationId xmlns:p14="http://schemas.microsoft.com/office/powerpoint/2010/main" val="34069558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>
</file>

<file path=ppt/theme/theme1.xml><?xml version="1.0" encoding="utf-8"?>
<a:theme xmlns:a="http://schemas.openxmlformats.org/drawingml/2006/main" name="Berlin">
  <a:themeElements>
    <a:clrScheme name="Berlin">
      <a:dk1>
        <a:sysClr val="windowText" lastClr="000000"/>
      </a:dk1>
      <a:lt1>
        <a:sysClr val="window" lastClr="FFFFFF"/>
      </a:lt1>
      <a:dk2>
        <a:srgbClr val="9D360E"/>
      </a:dk2>
      <a:lt2>
        <a:srgbClr val="E7E6E6"/>
      </a:lt2>
      <a:accent1>
        <a:srgbClr val="F09415"/>
      </a:accent1>
      <a:accent2>
        <a:srgbClr val="C1B56B"/>
      </a:accent2>
      <a:accent3>
        <a:srgbClr val="4BAF73"/>
      </a:accent3>
      <a:accent4>
        <a:srgbClr val="5AA6C0"/>
      </a:accent4>
      <a:accent5>
        <a:srgbClr val="D17DF9"/>
      </a:accent5>
      <a:accent6>
        <a:srgbClr val="FA7E5C"/>
      </a:accent6>
      <a:hlink>
        <a:srgbClr val="FFAE3E"/>
      </a:hlink>
      <a:folHlink>
        <a:srgbClr val="FCC77E"/>
      </a:folHlink>
    </a:clrScheme>
    <a:fontScheme name="Berlin">
      <a:maj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erlin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0000"/>
                <a:lumMod val="11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6000"/>
                <a:shade val="100000"/>
                <a:hueMod val="270000"/>
                <a:satMod val="200000"/>
                <a:lumMod val="128000"/>
              </a:schemeClr>
            </a:gs>
            <a:gs pos="50000">
              <a:schemeClr val="phClr">
                <a:shade val="100000"/>
                <a:hueMod val="100000"/>
                <a:satMod val="110000"/>
                <a:lumMod val="130000"/>
              </a:schemeClr>
            </a:gs>
            <a:gs pos="100000">
              <a:schemeClr val="phClr">
                <a:shade val="78000"/>
                <a:hueMod val="44000"/>
                <a:satMod val="200000"/>
                <a:lumMod val="69000"/>
              </a:schemeClr>
            </a:gs>
          </a:gsLst>
          <a:lin ang="252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erlin" id="{7B5DBA9E-B069-418E-9360-A61BDD0615A4}" vid="{C0CBE056-4EF4-4D92-969E-947779DA7AA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141</TotalTime>
  <Words>694</Words>
  <Application>Microsoft Office PowerPoint</Application>
  <PresentationFormat>Widescreen</PresentationFormat>
  <Paragraphs>52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6" baseType="lpstr">
      <vt:lpstr>Arial</vt:lpstr>
      <vt:lpstr>Arial Black</vt:lpstr>
      <vt:lpstr>Calibri</vt:lpstr>
      <vt:lpstr>Comic Sans MS</vt:lpstr>
      <vt:lpstr>Trebuchet MS</vt:lpstr>
      <vt:lpstr>Wingdings</vt:lpstr>
      <vt:lpstr>Berlin</vt:lpstr>
      <vt:lpstr>Bike Rental Analysis  By Bhagabati Sharma</vt:lpstr>
      <vt:lpstr>Dataset Objective</vt:lpstr>
      <vt:lpstr>Sales By Temperature </vt:lpstr>
      <vt:lpstr>Trend By Customer Type </vt:lpstr>
      <vt:lpstr>Share By Customer Type </vt:lpstr>
      <vt:lpstr>Sales By Day </vt:lpstr>
      <vt:lpstr>Holiday v/s Working Day </vt:lpstr>
      <vt:lpstr>Overall Insight</vt:lpstr>
      <vt:lpstr>Thank 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Bhagabati Sharma</dc:creator>
  <cp:lastModifiedBy>Bhagabati Sharma</cp:lastModifiedBy>
  <cp:revision>1</cp:revision>
  <dcterms:created xsi:type="dcterms:W3CDTF">2026-05-18T14:13:27Z</dcterms:created>
  <dcterms:modified xsi:type="dcterms:W3CDTF">2026-05-19T16:39:58Z</dcterms:modified>
</cp:coreProperties>
</file>